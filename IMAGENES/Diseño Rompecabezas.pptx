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70" r:id="rId3"/>
    <p:sldId id="264" r:id="rId4"/>
    <p:sldId id="268" r:id="rId5"/>
    <p:sldId id="272" r:id="rId6"/>
    <p:sldId id="269" r:id="rId7"/>
    <p:sldId id="27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99FF"/>
    <a:srgbClr val="FF66CC"/>
    <a:srgbClr val="FF66FF"/>
    <a:srgbClr val="FF00FF"/>
    <a:srgbClr val="EA9416"/>
    <a:srgbClr val="F3A10D"/>
    <a:srgbClr val="10D243"/>
    <a:srgbClr val="3FE0F1"/>
    <a:srgbClr val="3FF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8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5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5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15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3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0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3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4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2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0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6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F6DCF-9859-407C-9769-069A732CF68E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86184-D2C1-4BBF-9AF7-CB657436913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1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54411" y="693310"/>
            <a:ext cx="2170180" cy="21602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/>
          <p:cNvSpPr/>
          <p:nvPr/>
        </p:nvSpPr>
        <p:spPr>
          <a:xfrm>
            <a:off x="1678701" y="2392009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2763791" y="1311870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/>
          <p:cNvSpPr/>
          <p:nvPr/>
        </p:nvSpPr>
        <p:spPr>
          <a:xfrm>
            <a:off x="1678701" y="240022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/>
          <p:cNvSpPr/>
          <p:nvPr/>
        </p:nvSpPr>
        <p:spPr>
          <a:xfrm>
            <a:off x="609563" y="1311869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95" b="59039"/>
          <a:stretch>
            <a:fillRect/>
          </a:stretch>
        </p:blipFill>
        <p:spPr>
          <a:xfrm>
            <a:off x="5631066" y="701600"/>
            <a:ext cx="2170179" cy="2621856"/>
          </a:xfrm>
          <a:custGeom>
            <a:avLst/>
            <a:gdLst>
              <a:gd name="connsiteX0" fmla="*/ 0 w 2170179"/>
              <a:gd name="connsiteY0" fmla="*/ 0 h 2621856"/>
              <a:gd name="connsiteX1" fmla="*/ 2170179 w 2170179"/>
              <a:gd name="connsiteY1" fmla="*/ 0 h 2621856"/>
              <a:gd name="connsiteX2" fmla="*/ 2170179 w 2170179"/>
              <a:gd name="connsiteY2" fmla="*/ 618559 h 2621856"/>
              <a:gd name="connsiteX3" fmla="*/ 1709379 w 2170179"/>
              <a:gd name="connsiteY3" fmla="*/ 1080138 h 2621856"/>
              <a:gd name="connsiteX4" fmla="*/ 2170179 w 2170179"/>
              <a:gd name="connsiteY4" fmla="*/ 1541717 h 2621856"/>
              <a:gd name="connsiteX5" fmla="*/ 2170179 w 2170179"/>
              <a:gd name="connsiteY5" fmla="*/ 2160277 h 2621856"/>
              <a:gd name="connsiteX6" fmla="*/ 1545889 w 2170179"/>
              <a:gd name="connsiteY6" fmla="*/ 2160277 h 2621856"/>
              <a:gd name="connsiteX7" fmla="*/ 1085089 w 2170179"/>
              <a:gd name="connsiteY7" fmla="*/ 2621856 h 2621856"/>
              <a:gd name="connsiteX8" fmla="*/ 624289 w 2170179"/>
              <a:gd name="connsiteY8" fmla="*/ 2160277 h 2621856"/>
              <a:gd name="connsiteX9" fmla="*/ 0 w 2170179"/>
              <a:gd name="connsiteY9" fmla="*/ 2160277 h 262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79" h="2621856">
                <a:moveTo>
                  <a:pt x="0" y="0"/>
                </a:moveTo>
                <a:lnTo>
                  <a:pt x="2170179" y="0"/>
                </a:lnTo>
                <a:lnTo>
                  <a:pt x="2170179" y="618559"/>
                </a:lnTo>
                <a:cubicBezTo>
                  <a:pt x="1915686" y="618559"/>
                  <a:pt x="1709379" y="825215"/>
                  <a:pt x="1709379" y="1080138"/>
                </a:cubicBezTo>
                <a:cubicBezTo>
                  <a:pt x="1709379" y="1335061"/>
                  <a:pt x="1915686" y="1541717"/>
                  <a:pt x="2170179" y="1541717"/>
                </a:cubicBezTo>
                <a:lnTo>
                  <a:pt x="2170179" y="2160277"/>
                </a:lnTo>
                <a:lnTo>
                  <a:pt x="1545889" y="2160277"/>
                </a:lnTo>
                <a:cubicBezTo>
                  <a:pt x="1545889" y="2415200"/>
                  <a:pt x="1339582" y="2621856"/>
                  <a:pt x="1085089" y="2621856"/>
                </a:cubicBezTo>
                <a:cubicBezTo>
                  <a:pt x="830596" y="2621856"/>
                  <a:pt x="624289" y="2415200"/>
                  <a:pt x="624289" y="2160277"/>
                </a:cubicBezTo>
                <a:lnTo>
                  <a:pt x="0" y="21602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2925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8" t="26658" r="33048" b="25299"/>
          <a:stretch>
            <a:fillRect/>
          </a:stretch>
        </p:blipFill>
        <p:spPr>
          <a:xfrm>
            <a:off x="9481185" y="1977364"/>
            <a:ext cx="2170180" cy="3075145"/>
          </a:xfrm>
          <a:custGeom>
            <a:avLst/>
            <a:gdLst>
              <a:gd name="connsiteX0" fmla="*/ 1085090 w 2170180"/>
              <a:gd name="connsiteY0" fmla="*/ 0 h 3075145"/>
              <a:gd name="connsiteX1" fmla="*/ 1536528 w 2170180"/>
              <a:gd name="connsiteY1" fmla="*/ 368555 h 3075145"/>
              <a:gd name="connsiteX2" fmla="*/ 1545056 w 2170180"/>
              <a:gd name="connsiteY2" fmla="*/ 453288 h 3075145"/>
              <a:gd name="connsiteX3" fmla="*/ 2170180 w 2170180"/>
              <a:gd name="connsiteY3" fmla="*/ 453288 h 3075145"/>
              <a:gd name="connsiteX4" fmla="*/ 2170180 w 2170180"/>
              <a:gd name="connsiteY4" fmla="*/ 1071848 h 3075145"/>
              <a:gd name="connsiteX5" fmla="*/ 1709380 w 2170180"/>
              <a:gd name="connsiteY5" fmla="*/ 1533427 h 3075145"/>
              <a:gd name="connsiteX6" fmla="*/ 2170180 w 2170180"/>
              <a:gd name="connsiteY6" fmla="*/ 1995006 h 3075145"/>
              <a:gd name="connsiteX7" fmla="*/ 2170180 w 2170180"/>
              <a:gd name="connsiteY7" fmla="*/ 2613566 h 3075145"/>
              <a:gd name="connsiteX8" fmla="*/ 1545890 w 2170180"/>
              <a:gd name="connsiteY8" fmla="*/ 2613566 h 3075145"/>
              <a:gd name="connsiteX9" fmla="*/ 1085090 w 2170180"/>
              <a:gd name="connsiteY9" fmla="*/ 3075145 h 3075145"/>
              <a:gd name="connsiteX10" fmla="*/ 624290 w 2170180"/>
              <a:gd name="connsiteY10" fmla="*/ 2613566 h 3075145"/>
              <a:gd name="connsiteX11" fmla="*/ 0 w 2170180"/>
              <a:gd name="connsiteY11" fmla="*/ 2613566 h 3075145"/>
              <a:gd name="connsiteX12" fmla="*/ 0 w 2170180"/>
              <a:gd name="connsiteY12" fmla="*/ 1993394 h 3075145"/>
              <a:gd name="connsiteX13" fmla="*/ 15952 w 2170180"/>
              <a:gd name="connsiteY13" fmla="*/ 1995005 h 3075145"/>
              <a:gd name="connsiteX14" fmla="*/ 476752 w 2170180"/>
              <a:gd name="connsiteY14" fmla="*/ 1533426 h 3075145"/>
              <a:gd name="connsiteX15" fmla="*/ 15952 w 2170180"/>
              <a:gd name="connsiteY15" fmla="*/ 1071847 h 3075145"/>
              <a:gd name="connsiteX16" fmla="*/ 0 w 2170180"/>
              <a:gd name="connsiteY16" fmla="*/ 1073458 h 3075145"/>
              <a:gd name="connsiteX17" fmla="*/ 0 w 2170180"/>
              <a:gd name="connsiteY17" fmla="*/ 453288 h 3075145"/>
              <a:gd name="connsiteX18" fmla="*/ 625124 w 2170180"/>
              <a:gd name="connsiteY18" fmla="*/ 453288 h 3075145"/>
              <a:gd name="connsiteX19" fmla="*/ 633652 w 2170180"/>
              <a:gd name="connsiteY19" fmla="*/ 368555 h 3075145"/>
              <a:gd name="connsiteX20" fmla="*/ 1085090 w 2170180"/>
              <a:gd name="connsiteY20" fmla="*/ 0 h 3075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0180" h="3075145">
                <a:moveTo>
                  <a:pt x="1085090" y="0"/>
                </a:moveTo>
                <a:cubicBezTo>
                  <a:pt x="1307771" y="0"/>
                  <a:pt x="1493560" y="158221"/>
                  <a:pt x="1536528" y="368555"/>
                </a:cubicBezTo>
                <a:lnTo>
                  <a:pt x="1545056" y="453288"/>
                </a:lnTo>
                <a:lnTo>
                  <a:pt x="2170180" y="453288"/>
                </a:lnTo>
                <a:lnTo>
                  <a:pt x="2170180" y="1071848"/>
                </a:lnTo>
                <a:cubicBezTo>
                  <a:pt x="1915687" y="1071848"/>
                  <a:pt x="1709380" y="1278504"/>
                  <a:pt x="1709380" y="1533427"/>
                </a:cubicBezTo>
                <a:cubicBezTo>
                  <a:pt x="1709380" y="1788350"/>
                  <a:pt x="1915687" y="1995006"/>
                  <a:pt x="2170180" y="1995006"/>
                </a:cubicBezTo>
                <a:lnTo>
                  <a:pt x="2170180" y="2613566"/>
                </a:lnTo>
                <a:lnTo>
                  <a:pt x="1545890" y="2613566"/>
                </a:lnTo>
                <a:cubicBezTo>
                  <a:pt x="1545890" y="2868489"/>
                  <a:pt x="1339583" y="3075145"/>
                  <a:pt x="1085090" y="3075145"/>
                </a:cubicBezTo>
                <a:cubicBezTo>
                  <a:pt x="830597" y="3075145"/>
                  <a:pt x="624290" y="2868489"/>
                  <a:pt x="624290" y="2613566"/>
                </a:cubicBezTo>
                <a:lnTo>
                  <a:pt x="0" y="2613566"/>
                </a:lnTo>
                <a:lnTo>
                  <a:pt x="0" y="1993394"/>
                </a:lnTo>
                <a:lnTo>
                  <a:pt x="15952" y="1995005"/>
                </a:lnTo>
                <a:cubicBezTo>
                  <a:pt x="270445" y="1995005"/>
                  <a:pt x="476752" y="1788349"/>
                  <a:pt x="476752" y="1533426"/>
                </a:cubicBezTo>
                <a:cubicBezTo>
                  <a:pt x="476752" y="1278503"/>
                  <a:pt x="270445" y="1071847"/>
                  <a:pt x="15952" y="1071847"/>
                </a:cubicBezTo>
                <a:lnTo>
                  <a:pt x="0" y="1073458"/>
                </a:lnTo>
                <a:lnTo>
                  <a:pt x="0" y="453288"/>
                </a:lnTo>
                <a:lnTo>
                  <a:pt x="625124" y="453288"/>
                </a:lnTo>
                <a:lnTo>
                  <a:pt x="633652" y="368555"/>
                </a:lnTo>
                <a:cubicBezTo>
                  <a:pt x="676620" y="158221"/>
                  <a:pt x="862409" y="0"/>
                  <a:pt x="1085090" y="0"/>
                </a:cubicBezTo>
                <a:close/>
              </a:path>
            </a:pathLst>
          </a:cu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95" b="59039"/>
          <a:stretch>
            <a:fillRect/>
          </a:stretch>
        </p:blipFill>
        <p:spPr>
          <a:xfrm>
            <a:off x="2957557" y="1767679"/>
            <a:ext cx="2170180" cy="2621855"/>
          </a:xfrm>
          <a:custGeom>
            <a:avLst/>
            <a:gdLst>
              <a:gd name="connsiteX0" fmla="*/ 0 w 2170180"/>
              <a:gd name="connsiteY0" fmla="*/ 0 h 2621855"/>
              <a:gd name="connsiteX1" fmla="*/ 2170180 w 2170180"/>
              <a:gd name="connsiteY1" fmla="*/ 0 h 2621855"/>
              <a:gd name="connsiteX2" fmla="*/ 2170180 w 2170180"/>
              <a:gd name="connsiteY2" fmla="*/ 2160276 h 2621855"/>
              <a:gd name="connsiteX3" fmla="*/ 1545890 w 2170180"/>
              <a:gd name="connsiteY3" fmla="*/ 2160276 h 2621855"/>
              <a:gd name="connsiteX4" fmla="*/ 1085090 w 2170180"/>
              <a:gd name="connsiteY4" fmla="*/ 2621855 h 2621855"/>
              <a:gd name="connsiteX5" fmla="*/ 624290 w 2170180"/>
              <a:gd name="connsiteY5" fmla="*/ 2160276 h 2621855"/>
              <a:gd name="connsiteX6" fmla="*/ 0 w 2170180"/>
              <a:gd name="connsiteY6" fmla="*/ 2160276 h 2621855"/>
              <a:gd name="connsiteX7" fmla="*/ 0 w 2170180"/>
              <a:gd name="connsiteY7" fmla="*/ 1540104 h 2621855"/>
              <a:gd name="connsiteX8" fmla="*/ 15952 w 2170180"/>
              <a:gd name="connsiteY8" fmla="*/ 1541715 h 2621855"/>
              <a:gd name="connsiteX9" fmla="*/ 476752 w 2170180"/>
              <a:gd name="connsiteY9" fmla="*/ 1080136 h 2621855"/>
              <a:gd name="connsiteX10" fmla="*/ 15952 w 2170180"/>
              <a:gd name="connsiteY10" fmla="*/ 618557 h 2621855"/>
              <a:gd name="connsiteX11" fmla="*/ 0 w 2170180"/>
              <a:gd name="connsiteY11" fmla="*/ 620168 h 262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70180" h="2621855">
                <a:moveTo>
                  <a:pt x="0" y="0"/>
                </a:moveTo>
                <a:lnTo>
                  <a:pt x="2170180" y="0"/>
                </a:lnTo>
                <a:lnTo>
                  <a:pt x="2170180" y="2160276"/>
                </a:lnTo>
                <a:lnTo>
                  <a:pt x="1545890" y="2160276"/>
                </a:lnTo>
                <a:cubicBezTo>
                  <a:pt x="1545890" y="2415199"/>
                  <a:pt x="1339583" y="2621855"/>
                  <a:pt x="1085090" y="2621855"/>
                </a:cubicBezTo>
                <a:cubicBezTo>
                  <a:pt x="830597" y="2621855"/>
                  <a:pt x="624290" y="2415199"/>
                  <a:pt x="624290" y="2160276"/>
                </a:cubicBezTo>
                <a:lnTo>
                  <a:pt x="0" y="2160276"/>
                </a:lnTo>
                <a:lnTo>
                  <a:pt x="0" y="1540104"/>
                </a:lnTo>
                <a:lnTo>
                  <a:pt x="15952" y="1541715"/>
                </a:lnTo>
                <a:cubicBezTo>
                  <a:pt x="270445" y="1541715"/>
                  <a:pt x="476752" y="1335059"/>
                  <a:pt x="476752" y="1080136"/>
                </a:cubicBezTo>
                <a:cubicBezTo>
                  <a:pt x="476752" y="825213"/>
                  <a:pt x="270445" y="618557"/>
                  <a:pt x="15952" y="618557"/>
                </a:cubicBezTo>
                <a:lnTo>
                  <a:pt x="0" y="620168"/>
                </a:lnTo>
                <a:close/>
              </a:path>
            </a:pathLst>
          </a:cu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3" r="25973" b="66250"/>
          <a:stretch>
            <a:fillRect/>
          </a:stretch>
        </p:blipFill>
        <p:spPr>
          <a:xfrm>
            <a:off x="2695504" y="1032022"/>
            <a:ext cx="3075828" cy="2160276"/>
          </a:xfrm>
          <a:custGeom>
            <a:avLst/>
            <a:gdLst>
              <a:gd name="connsiteX0" fmla="*/ 444848 w 3075828"/>
              <a:gd name="connsiteY0" fmla="*/ 0 h 2160276"/>
              <a:gd name="connsiteX1" fmla="*/ 2615028 w 3075828"/>
              <a:gd name="connsiteY1" fmla="*/ 0 h 2160276"/>
              <a:gd name="connsiteX2" fmla="*/ 2615028 w 3075828"/>
              <a:gd name="connsiteY2" fmla="*/ 618558 h 2160276"/>
              <a:gd name="connsiteX3" fmla="*/ 3075828 w 3075828"/>
              <a:gd name="connsiteY3" fmla="*/ 1080137 h 2160276"/>
              <a:gd name="connsiteX4" fmla="*/ 2615028 w 3075828"/>
              <a:gd name="connsiteY4" fmla="*/ 1541716 h 2160276"/>
              <a:gd name="connsiteX5" fmla="*/ 2615028 w 3075828"/>
              <a:gd name="connsiteY5" fmla="*/ 2160276 h 2160276"/>
              <a:gd name="connsiteX6" fmla="*/ 1990738 w 3075828"/>
              <a:gd name="connsiteY6" fmla="*/ 2160276 h 2160276"/>
              <a:gd name="connsiteX7" fmla="*/ 1981376 w 3075828"/>
              <a:gd name="connsiteY7" fmla="*/ 2067253 h 2160276"/>
              <a:gd name="connsiteX8" fmla="*/ 1529938 w 3075828"/>
              <a:gd name="connsiteY8" fmla="*/ 1698698 h 2160276"/>
              <a:gd name="connsiteX9" fmla="*/ 1078500 w 3075828"/>
              <a:gd name="connsiteY9" fmla="*/ 2067253 h 2160276"/>
              <a:gd name="connsiteX10" fmla="*/ 1069138 w 3075828"/>
              <a:gd name="connsiteY10" fmla="*/ 2160276 h 2160276"/>
              <a:gd name="connsiteX11" fmla="*/ 444848 w 3075828"/>
              <a:gd name="connsiteY11" fmla="*/ 2160276 h 2160276"/>
              <a:gd name="connsiteX12" fmla="*/ 444848 w 3075828"/>
              <a:gd name="connsiteY12" fmla="*/ 1540104 h 2160276"/>
              <a:gd name="connsiteX13" fmla="*/ 367933 w 3075828"/>
              <a:gd name="connsiteY13" fmla="*/ 1532337 h 2160276"/>
              <a:gd name="connsiteX14" fmla="*/ 0 w 3075828"/>
              <a:gd name="connsiteY14" fmla="*/ 1080136 h 2160276"/>
              <a:gd name="connsiteX15" fmla="*/ 367933 w 3075828"/>
              <a:gd name="connsiteY15" fmla="*/ 627935 h 2160276"/>
              <a:gd name="connsiteX16" fmla="*/ 444848 w 3075828"/>
              <a:gd name="connsiteY16" fmla="*/ 620168 h 216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75828" h="2160276">
                <a:moveTo>
                  <a:pt x="444848" y="0"/>
                </a:moveTo>
                <a:lnTo>
                  <a:pt x="2615028" y="0"/>
                </a:lnTo>
                <a:lnTo>
                  <a:pt x="2615028" y="618558"/>
                </a:lnTo>
                <a:cubicBezTo>
                  <a:pt x="2869521" y="618558"/>
                  <a:pt x="3075828" y="825214"/>
                  <a:pt x="3075828" y="1080137"/>
                </a:cubicBezTo>
                <a:cubicBezTo>
                  <a:pt x="3075828" y="1335060"/>
                  <a:pt x="2869521" y="1541716"/>
                  <a:pt x="2615028" y="1541716"/>
                </a:cubicBezTo>
                <a:lnTo>
                  <a:pt x="2615028" y="2160276"/>
                </a:lnTo>
                <a:lnTo>
                  <a:pt x="1990738" y="2160276"/>
                </a:lnTo>
                <a:lnTo>
                  <a:pt x="1981376" y="2067253"/>
                </a:lnTo>
                <a:cubicBezTo>
                  <a:pt x="1938408" y="1856919"/>
                  <a:pt x="1752619" y="1698698"/>
                  <a:pt x="1529938" y="1698698"/>
                </a:cubicBezTo>
                <a:cubicBezTo>
                  <a:pt x="1307257" y="1698698"/>
                  <a:pt x="1121468" y="1856919"/>
                  <a:pt x="1078500" y="2067253"/>
                </a:cubicBezTo>
                <a:lnTo>
                  <a:pt x="1069138" y="2160276"/>
                </a:lnTo>
                <a:lnTo>
                  <a:pt x="444848" y="2160276"/>
                </a:lnTo>
                <a:lnTo>
                  <a:pt x="444848" y="1540104"/>
                </a:lnTo>
                <a:lnTo>
                  <a:pt x="367933" y="1532337"/>
                </a:lnTo>
                <a:cubicBezTo>
                  <a:pt x="157954" y="1489297"/>
                  <a:pt x="0" y="1303194"/>
                  <a:pt x="0" y="1080136"/>
                </a:cubicBezTo>
                <a:cubicBezTo>
                  <a:pt x="0" y="857078"/>
                  <a:pt x="157954" y="670975"/>
                  <a:pt x="367933" y="627935"/>
                </a:cubicBezTo>
                <a:lnTo>
                  <a:pt x="444848" y="620168"/>
                </a:lnTo>
                <a:close/>
              </a:path>
            </a:pathLst>
          </a:custGeom>
          <a:ln>
            <a:noFill/>
          </a:ln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095" b="59039"/>
          <a:stretch>
            <a:fillRect/>
          </a:stretch>
        </p:blipFill>
        <p:spPr>
          <a:xfrm>
            <a:off x="3279355" y="801232"/>
            <a:ext cx="2170179" cy="2621856"/>
          </a:xfrm>
          <a:custGeom>
            <a:avLst/>
            <a:gdLst>
              <a:gd name="connsiteX0" fmla="*/ 0 w 2170179"/>
              <a:gd name="connsiteY0" fmla="*/ 0 h 2621856"/>
              <a:gd name="connsiteX1" fmla="*/ 2170179 w 2170179"/>
              <a:gd name="connsiteY1" fmla="*/ 0 h 2621856"/>
              <a:gd name="connsiteX2" fmla="*/ 2170179 w 2170179"/>
              <a:gd name="connsiteY2" fmla="*/ 618559 h 2621856"/>
              <a:gd name="connsiteX3" fmla="*/ 1709379 w 2170179"/>
              <a:gd name="connsiteY3" fmla="*/ 1080138 h 2621856"/>
              <a:gd name="connsiteX4" fmla="*/ 2170179 w 2170179"/>
              <a:gd name="connsiteY4" fmla="*/ 1541717 h 2621856"/>
              <a:gd name="connsiteX5" fmla="*/ 2170179 w 2170179"/>
              <a:gd name="connsiteY5" fmla="*/ 2160277 h 2621856"/>
              <a:gd name="connsiteX6" fmla="*/ 1545889 w 2170179"/>
              <a:gd name="connsiteY6" fmla="*/ 2160277 h 2621856"/>
              <a:gd name="connsiteX7" fmla="*/ 1085089 w 2170179"/>
              <a:gd name="connsiteY7" fmla="*/ 2621856 h 2621856"/>
              <a:gd name="connsiteX8" fmla="*/ 624289 w 2170179"/>
              <a:gd name="connsiteY8" fmla="*/ 2160277 h 2621856"/>
              <a:gd name="connsiteX9" fmla="*/ 0 w 2170179"/>
              <a:gd name="connsiteY9" fmla="*/ 2160277 h 262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79" h="2621856">
                <a:moveTo>
                  <a:pt x="0" y="0"/>
                </a:moveTo>
                <a:lnTo>
                  <a:pt x="2170179" y="0"/>
                </a:lnTo>
                <a:lnTo>
                  <a:pt x="2170179" y="618559"/>
                </a:lnTo>
                <a:cubicBezTo>
                  <a:pt x="1915686" y="618559"/>
                  <a:pt x="1709379" y="825215"/>
                  <a:pt x="1709379" y="1080138"/>
                </a:cubicBezTo>
                <a:cubicBezTo>
                  <a:pt x="1709379" y="1335061"/>
                  <a:pt x="1915686" y="1541717"/>
                  <a:pt x="2170179" y="1541717"/>
                </a:cubicBezTo>
                <a:lnTo>
                  <a:pt x="2170179" y="2160277"/>
                </a:lnTo>
                <a:lnTo>
                  <a:pt x="1545889" y="2160277"/>
                </a:lnTo>
                <a:cubicBezTo>
                  <a:pt x="1545889" y="2415200"/>
                  <a:pt x="1339582" y="2621856"/>
                  <a:pt x="1085089" y="2621856"/>
                </a:cubicBezTo>
                <a:cubicBezTo>
                  <a:pt x="830596" y="2621856"/>
                  <a:pt x="624289" y="2415200"/>
                  <a:pt x="624289" y="2160277"/>
                </a:cubicBezTo>
                <a:lnTo>
                  <a:pt x="0" y="2160277"/>
                </a:lnTo>
                <a:close/>
              </a:path>
            </a:pathLst>
          </a:cu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39" r="66095"/>
          <a:stretch>
            <a:fillRect/>
          </a:stretch>
        </p:blipFill>
        <p:spPr>
          <a:xfrm>
            <a:off x="2910826" y="3078605"/>
            <a:ext cx="2170180" cy="2621857"/>
          </a:xfrm>
          <a:custGeom>
            <a:avLst/>
            <a:gdLst>
              <a:gd name="connsiteX0" fmla="*/ 1085090 w 2170180"/>
              <a:gd name="connsiteY0" fmla="*/ 0 h 2621857"/>
              <a:gd name="connsiteX1" fmla="*/ 1545890 w 2170180"/>
              <a:gd name="connsiteY1" fmla="*/ 461579 h 2621857"/>
              <a:gd name="connsiteX2" fmla="*/ 2170180 w 2170180"/>
              <a:gd name="connsiteY2" fmla="*/ 461579 h 2621857"/>
              <a:gd name="connsiteX3" fmla="*/ 2170180 w 2170180"/>
              <a:gd name="connsiteY3" fmla="*/ 1080139 h 2621857"/>
              <a:gd name="connsiteX4" fmla="*/ 1709380 w 2170180"/>
              <a:gd name="connsiteY4" fmla="*/ 1541718 h 2621857"/>
              <a:gd name="connsiteX5" fmla="*/ 2170180 w 2170180"/>
              <a:gd name="connsiteY5" fmla="*/ 2003297 h 2621857"/>
              <a:gd name="connsiteX6" fmla="*/ 2170180 w 2170180"/>
              <a:gd name="connsiteY6" fmla="*/ 2621857 h 2621857"/>
              <a:gd name="connsiteX7" fmla="*/ 0 w 2170180"/>
              <a:gd name="connsiteY7" fmla="*/ 2621857 h 2621857"/>
              <a:gd name="connsiteX8" fmla="*/ 0 w 2170180"/>
              <a:gd name="connsiteY8" fmla="*/ 461579 h 2621857"/>
              <a:gd name="connsiteX9" fmla="*/ 624290 w 2170180"/>
              <a:gd name="connsiteY9" fmla="*/ 461579 h 2621857"/>
              <a:gd name="connsiteX10" fmla="*/ 1085090 w 2170180"/>
              <a:gd name="connsiteY10" fmla="*/ 0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0180" h="2621857">
                <a:moveTo>
                  <a:pt x="1085090" y="0"/>
                </a:moveTo>
                <a:cubicBezTo>
                  <a:pt x="1339583" y="0"/>
                  <a:pt x="1545890" y="206656"/>
                  <a:pt x="1545890" y="461579"/>
                </a:cubicBezTo>
                <a:lnTo>
                  <a:pt x="2170180" y="461579"/>
                </a:lnTo>
                <a:lnTo>
                  <a:pt x="2170180" y="1080139"/>
                </a:lnTo>
                <a:cubicBezTo>
                  <a:pt x="1915687" y="1080139"/>
                  <a:pt x="1709380" y="1286795"/>
                  <a:pt x="1709380" y="1541718"/>
                </a:cubicBezTo>
                <a:cubicBezTo>
                  <a:pt x="1709380" y="1796641"/>
                  <a:pt x="1915687" y="2003297"/>
                  <a:pt x="2170180" y="2003297"/>
                </a:cubicBezTo>
                <a:lnTo>
                  <a:pt x="2170180" y="2621857"/>
                </a:lnTo>
                <a:lnTo>
                  <a:pt x="0" y="2621857"/>
                </a:lnTo>
                <a:lnTo>
                  <a:pt x="0" y="461579"/>
                </a:lnTo>
                <a:lnTo>
                  <a:pt x="624290" y="461579"/>
                </a:lnTo>
                <a:cubicBezTo>
                  <a:pt x="624290" y="206656"/>
                  <a:pt x="830597" y="0"/>
                  <a:pt x="1085090" y="0"/>
                </a:cubicBezTo>
                <a:close/>
              </a:path>
            </a:pathLst>
          </a:cu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25" r="58896" b="33125"/>
          <a:stretch>
            <a:fillRect/>
          </a:stretch>
        </p:blipFill>
        <p:spPr>
          <a:xfrm>
            <a:off x="2853697" y="3192298"/>
            <a:ext cx="2630979" cy="2160278"/>
          </a:xfrm>
          <a:custGeom>
            <a:avLst/>
            <a:gdLst>
              <a:gd name="connsiteX0" fmla="*/ 0 w 2630979"/>
              <a:gd name="connsiteY0" fmla="*/ 0 h 2160278"/>
              <a:gd name="connsiteX1" fmla="*/ 625123 w 2630979"/>
              <a:gd name="connsiteY1" fmla="*/ 0 h 2160278"/>
              <a:gd name="connsiteX2" fmla="*/ 624289 w 2630979"/>
              <a:gd name="connsiteY2" fmla="*/ 8291 h 2160278"/>
              <a:gd name="connsiteX3" fmla="*/ 1085089 w 2630979"/>
              <a:gd name="connsiteY3" fmla="*/ 469870 h 2160278"/>
              <a:gd name="connsiteX4" fmla="*/ 1545889 w 2630979"/>
              <a:gd name="connsiteY4" fmla="*/ 8291 h 2160278"/>
              <a:gd name="connsiteX5" fmla="*/ 1545055 w 2630979"/>
              <a:gd name="connsiteY5" fmla="*/ 0 h 2160278"/>
              <a:gd name="connsiteX6" fmla="*/ 2170179 w 2630979"/>
              <a:gd name="connsiteY6" fmla="*/ 0 h 2160278"/>
              <a:gd name="connsiteX7" fmla="*/ 2170179 w 2630979"/>
              <a:gd name="connsiteY7" fmla="*/ 618560 h 2160278"/>
              <a:gd name="connsiteX8" fmla="*/ 2630979 w 2630979"/>
              <a:gd name="connsiteY8" fmla="*/ 1080139 h 2160278"/>
              <a:gd name="connsiteX9" fmla="*/ 2170179 w 2630979"/>
              <a:gd name="connsiteY9" fmla="*/ 1541718 h 2160278"/>
              <a:gd name="connsiteX10" fmla="*/ 2170179 w 2630979"/>
              <a:gd name="connsiteY10" fmla="*/ 2160278 h 2160278"/>
              <a:gd name="connsiteX11" fmla="*/ 1545889 w 2630979"/>
              <a:gd name="connsiteY11" fmla="*/ 2160278 h 2160278"/>
              <a:gd name="connsiteX12" fmla="*/ 1085089 w 2630979"/>
              <a:gd name="connsiteY12" fmla="*/ 1698699 h 2160278"/>
              <a:gd name="connsiteX13" fmla="*/ 624289 w 2630979"/>
              <a:gd name="connsiteY13" fmla="*/ 2160278 h 2160278"/>
              <a:gd name="connsiteX14" fmla="*/ 0 w 2630979"/>
              <a:gd name="connsiteY14" fmla="*/ 2160278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0979" h="2160278">
                <a:moveTo>
                  <a:pt x="0" y="0"/>
                </a:moveTo>
                <a:lnTo>
                  <a:pt x="625123" y="0"/>
                </a:lnTo>
                <a:lnTo>
                  <a:pt x="624289" y="8291"/>
                </a:lnTo>
                <a:cubicBezTo>
                  <a:pt x="624289" y="263214"/>
                  <a:pt x="830596" y="469870"/>
                  <a:pt x="1085089" y="469870"/>
                </a:cubicBezTo>
                <a:cubicBezTo>
                  <a:pt x="1339582" y="469870"/>
                  <a:pt x="1545889" y="263214"/>
                  <a:pt x="1545889" y="8291"/>
                </a:cubicBezTo>
                <a:lnTo>
                  <a:pt x="1545055" y="0"/>
                </a:lnTo>
                <a:lnTo>
                  <a:pt x="2170179" y="0"/>
                </a:lnTo>
                <a:lnTo>
                  <a:pt x="2170179" y="618560"/>
                </a:lnTo>
                <a:cubicBezTo>
                  <a:pt x="2424672" y="618560"/>
                  <a:pt x="2630979" y="825216"/>
                  <a:pt x="2630979" y="1080139"/>
                </a:cubicBezTo>
                <a:cubicBezTo>
                  <a:pt x="2630979" y="1335062"/>
                  <a:pt x="2424672" y="1541718"/>
                  <a:pt x="2170179" y="1541718"/>
                </a:cubicBezTo>
                <a:lnTo>
                  <a:pt x="2170179" y="2160278"/>
                </a:lnTo>
                <a:lnTo>
                  <a:pt x="1545889" y="2160278"/>
                </a:lnTo>
                <a:cubicBezTo>
                  <a:pt x="1545889" y="1905355"/>
                  <a:pt x="1339582" y="1698699"/>
                  <a:pt x="1085089" y="1698699"/>
                </a:cubicBezTo>
                <a:cubicBezTo>
                  <a:pt x="830596" y="1698699"/>
                  <a:pt x="624289" y="1905355"/>
                  <a:pt x="624289" y="2160278"/>
                </a:cubicBezTo>
                <a:lnTo>
                  <a:pt x="0" y="2160278"/>
                </a:lnTo>
                <a:close/>
              </a:path>
            </a:pathLst>
          </a:cu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3" t="66250" r="25973"/>
          <a:stretch>
            <a:fillRect/>
          </a:stretch>
        </p:blipFill>
        <p:spPr>
          <a:xfrm>
            <a:off x="568155" y="995328"/>
            <a:ext cx="3075828" cy="2160278"/>
          </a:xfrm>
          <a:custGeom>
            <a:avLst/>
            <a:gdLst>
              <a:gd name="connsiteX0" fmla="*/ 444848 w 3075828"/>
              <a:gd name="connsiteY0" fmla="*/ 0 h 2160278"/>
              <a:gd name="connsiteX1" fmla="*/ 1069972 w 3075828"/>
              <a:gd name="connsiteY1" fmla="*/ 0 h 2160278"/>
              <a:gd name="connsiteX2" fmla="*/ 1069138 w 3075828"/>
              <a:gd name="connsiteY2" fmla="*/ 8291 h 2160278"/>
              <a:gd name="connsiteX3" fmla="*/ 1529938 w 3075828"/>
              <a:gd name="connsiteY3" fmla="*/ 469870 h 2160278"/>
              <a:gd name="connsiteX4" fmla="*/ 1990738 w 3075828"/>
              <a:gd name="connsiteY4" fmla="*/ 8291 h 2160278"/>
              <a:gd name="connsiteX5" fmla="*/ 1989904 w 3075828"/>
              <a:gd name="connsiteY5" fmla="*/ 0 h 2160278"/>
              <a:gd name="connsiteX6" fmla="*/ 2615028 w 3075828"/>
              <a:gd name="connsiteY6" fmla="*/ 0 h 2160278"/>
              <a:gd name="connsiteX7" fmla="*/ 2615028 w 3075828"/>
              <a:gd name="connsiteY7" fmla="*/ 618560 h 2160278"/>
              <a:gd name="connsiteX8" fmla="*/ 3075828 w 3075828"/>
              <a:gd name="connsiteY8" fmla="*/ 1080139 h 2160278"/>
              <a:gd name="connsiteX9" fmla="*/ 2615028 w 3075828"/>
              <a:gd name="connsiteY9" fmla="*/ 1541718 h 2160278"/>
              <a:gd name="connsiteX10" fmla="*/ 2615028 w 3075828"/>
              <a:gd name="connsiteY10" fmla="*/ 2160278 h 2160278"/>
              <a:gd name="connsiteX11" fmla="*/ 444848 w 3075828"/>
              <a:gd name="connsiteY11" fmla="*/ 2160278 h 2160278"/>
              <a:gd name="connsiteX12" fmla="*/ 444848 w 3075828"/>
              <a:gd name="connsiteY12" fmla="*/ 1540106 h 2160278"/>
              <a:gd name="connsiteX13" fmla="*/ 367933 w 3075828"/>
              <a:gd name="connsiteY13" fmla="*/ 1532339 h 2160278"/>
              <a:gd name="connsiteX14" fmla="*/ 0 w 3075828"/>
              <a:gd name="connsiteY14" fmla="*/ 1080138 h 2160278"/>
              <a:gd name="connsiteX15" fmla="*/ 367933 w 3075828"/>
              <a:gd name="connsiteY15" fmla="*/ 627937 h 2160278"/>
              <a:gd name="connsiteX16" fmla="*/ 444848 w 3075828"/>
              <a:gd name="connsiteY16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75828" h="2160278">
                <a:moveTo>
                  <a:pt x="444848" y="0"/>
                </a:moveTo>
                <a:lnTo>
                  <a:pt x="1069972" y="0"/>
                </a:lnTo>
                <a:lnTo>
                  <a:pt x="1069138" y="8291"/>
                </a:lnTo>
                <a:cubicBezTo>
                  <a:pt x="1069138" y="263214"/>
                  <a:pt x="1275445" y="469870"/>
                  <a:pt x="1529938" y="469870"/>
                </a:cubicBezTo>
                <a:cubicBezTo>
                  <a:pt x="1784431" y="469870"/>
                  <a:pt x="1990738" y="263214"/>
                  <a:pt x="1990738" y="8291"/>
                </a:cubicBezTo>
                <a:lnTo>
                  <a:pt x="1989904" y="0"/>
                </a:lnTo>
                <a:lnTo>
                  <a:pt x="2615028" y="0"/>
                </a:lnTo>
                <a:lnTo>
                  <a:pt x="2615028" y="618560"/>
                </a:lnTo>
                <a:cubicBezTo>
                  <a:pt x="2869521" y="618560"/>
                  <a:pt x="3075828" y="825216"/>
                  <a:pt x="3075828" y="1080139"/>
                </a:cubicBezTo>
                <a:cubicBezTo>
                  <a:pt x="3075828" y="1335062"/>
                  <a:pt x="2869521" y="1541718"/>
                  <a:pt x="2615028" y="1541718"/>
                </a:cubicBezTo>
                <a:lnTo>
                  <a:pt x="2615028" y="2160278"/>
                </a:ln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95" t="59039"/>
          <a:stretch>
            <a:fillRect/>
          </a:stretch>
        </p:blipFill>
        <p:spPr>
          <a:xfrm>
            <a:off x="2159123" y="3309335"/>
            <a:ext cx="2170180" cy="2621857"/>
          </a:xfrm>
          <a:custGeom>
            <a:avLst/>
            <a:gdLst>
              <a:gd name="connsiteX0" fmla="*/ 1085090 w 2170180"/>
              <a:gd name="connsiteY0" fmla="*/ 0 h 2621857"/>
              <a:gd name="connsiteX1" fmla="*/ 1545890 w 2170180"/>
              <a:gd name="connsiteY1" fmla="*/ 461579 h 2621857"/>
              <a:gd name="connsiteX2" fmla="*/ 2170180 w 2170180"/>
              <a:gd name="connsiteY2" fmla="*/ 461579 h 2621857"/>
              <a:gd name="connsiteX3" fmla="*/ 2170180 w 2170180"/>
              <a:gd name="connsiteY3" fmla="*/ 2621857 h 2621857"/>
              <a:gd name="connsiteX4" fmla="*/ 0 w 2170180"/>
              <a:gd name="connsiteY4" fmla="*/ 2621857 h 2621857"/>
              <a:gd name="connsiteX5" fmla="*/ 0 w 2170180"/>
              <a:gd name="connsiteY5" fmla="*/ 2003297 h 2621857"/>
              <a:gd name="connsiteX6" fmla="*/ 460800 w 2170180"/>
              <a:gd name="connsiteY6" fmla="*/ 1541718 h 2621857"/>
              <a:gd name="connsiteX7" fmla="*/ 0 w 2170180"/>
              <a:gd name="connsiteY7" fmla="*/ 1080139 h 2621857"/>
              <a:gd name="connsiteX8" fmla="*/ 0 w 2170180"/>
              <a:gd name="connsiteY8" fmla="*/ 461579 h 2621857"/>
              <a:gd name="connsiteX9" fmla="*/ 624290 w 2170180"/>
              <a:gd name="connsiteY9" fmla="*/ 461579 h 2621857"/>
              <a:gd name="connsiteX10" fmla="*/ 1085090 w 2170180"/>
              <a:gd name="connsiteY10" fmla="*/ 0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0180" h="2621857">
                <a:moveTo>
                  <a:pt x="1085090" y="0"/>
                </a:moveTo>
                <a:cubicBezTo>
                  <a:pt x="1339583" y="0"/>
                  <a:pt x="1545890" y="206656"/>
                  <a:pt x="1545890" y="461579"/>
                </a:cubicBezTo>
                <a:lnTo>
                  <a:pt x="2170180" y="461579"/>
                </a:lnTo>
                <a:lnTo>
                  <a:pt x="2170180" y="2621857"/>
                </a:lnTo>
                <a:lnTo>
                  <a:pt x="0" y="2621857"/>
                </a:lnTo>
                <a:lnTo>
                  <a:pt x="0" y="2003297"/>
                </a:lnTo>
                <a:cubicBezTo>
                  <a:pt x="254493" y="2003297"/>
                  <a:pt x="460800" y="1796641"/>
                  <a:pt x="460800" y="1541718"/>
                </a:cubicBezTo>
                <a:cubicBezTo>
                  <a:pt x="460800" y="1286795"/>
                  <a:pt x="254493" y="1080139"/>
                  <a:pt x="0" y="1080139"/>
                </a:cubicBezTo>
                <a:lnTo>
                  <a:pt x="0" y="461579"/>
                </a:lnTo>
                <a:lnTo>
                  <a:pt x="624290" y="461579"/>
                </a:lnTo>
                <a:cubicBezTo>
                  <a:pt x="624290" y="206656"/>
                  <a:pt x="830597" y="0"/>
                  <a:pt x="1085090" y="0"/>
                </a:cubicBezTo>
                <a:close/>
              </a:path>
            </a:pathLst>
          </a:custGeom>
        </p:spPr>
      </p:pic>
      <p:pic>
        <p:nvPicPr>
          <p:cNvPr id="26" name="Imagen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45" t="33125" b="33125"/>
          <a:stretch>
            <a:fillRect/>
          </a:stretch>
        </p:blipFill>
        <p:spPr>
          <a:xfrm>
            <a:off x="1189854" y="2496678"/>
            <a:ext cx="2615027" cy="2160278"/>
          </a:xfrm>
          <a:custGeom>
            <a:avLst/>
            <a:gdLst>
              <a:gd name="connsiteX0" fmla="*/ 444848 w 2615027"/>
              <a:gd name="connsiteY0" fmla="*/ 0 h 2160278"/>
              <a:gd name="connsiteX1" fmla="*/ 1069972 w 2615027"/>
              <a:gd name="connsiteY1" fmla="*/ 0 h 2160278"/>
              <a:gd name="connsiteX2" fmla="*/ 1069138 w 2615027"/>
              <a:gd name="connsiteY2" fmla="*/ 8291 h 2160278"/>
              <a:gd name="connsiteX3" fmla="*/ 1529938 w 2615027"/>
              <a:gd name="connsiteY3" fmla="*/ 469870 h 2160278"/>
              <a:gd name="connsiteX4" fmla="*/ 1990738 w 2615027"/>
              <a:gd name="connsiteY4" fmla="*/ 8291 h 2160278"/>
              <a:gd name="connsiteX5" fmla="*/ 1989904 w 2615027"/>
              <a:gd name="connsiteY5" fmla="*/ 0 h 2160278"/>
              <a:gd name="connsiteX6" fmla="*/ 2615027 w 2615027"/>
              <a:gd name="connsiteY6" fmla="*/ 0 h 2160278"/>
              <a:gd name="connsiteX7" fmla="*/ 2615027 w 2615027"/>
              <a:gd name="connsiteY7" fmla="*/ 2160278 h 2160278"/>
              <a:gd name="connsiteX8" fmla="*/ 1990738 w 2615027"/>
              <a:gd name="connsiteY8" fmla="*/ 2160278 h 2160278"/>
              <a:gd name="connsiteX9" fmla="*/ 1529938 w 2615027"/>
              <a:gd name="connsiteY9" fmla="*/ 1698699 h 2160278"/>
              <a:gd name="connsiteX10" fmla="*/ 1069138 w 2615027"/>
              <a:gd name="connsiteY10" fmla="*/ 2160278 h 2160278"/>
              <a:gd name="connsiteX11" fmla="*/ 444848 w 2615027"/>
              <a:gd name="connsiteY11" fmla="*/ 2160278 h 2160278"/>
              <a:gd name="connsiteX12" fmla="*/ 444848 w 2615027"/>
              <a:gd name="connsiteY12" fmla="*/ 1540106 h 2160278"/>
              <a:gd name="connsiteX13" fmla="*/ 367933 w 2615027"/>
              <a:gd name="connsiteY13" fmla="*/ 1532339 h 2160278"/>
              <a:gd name="connsiteX14" fmla="*/ 0 w 2615027"/>
              <a:gd name="connsiteY14" fmla="*/ 1080138 h 2160278"/>
              <a:gd name="connsiteX15" fmla="*/ 367933 w 2615027"/>
              <a:gd name="connsiteY15" fmla="*/ 627937 h 2160278"/>
              <a:gd name="connsiteX16" fmla="*/ 444848 w 2615027"/>
              <a:gd name="connsiteY16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15027" h="2160278">
                <a:moveTo>
                  <a:pt x="444848" y="0"/>
                </a:moveTo>
                <a:lnTo>
                  <a:pt x="1069972" y="0"/>
                </a:lnTo>
                <a:lnTo>
                  <a:pt x="1069138" y="8291"/>
                </a:lnTo>
                <a:cubicBezTo>
                  <a:pt x="1069138" y="263214"/>
                  <a:pt x="1275445" y="469870"/>
                  <a:pt x="1529938" y="469870"/>
                </a:cubicBezTo>
                <a:cubicBezTo>
                  <a:pt x="1784431" y="469870"/>
                  <a:pt x="1990738" y="263214"/>
                  <a:pt x="1990738" y="8291"/>
                </a:cubicBezTo>
                <a:lnTo>
                  <a:pt x="1989904" y="0"/>
                </a:lnTo>
                <a:lnTo>
                  <a:pt x="2615027" y="0"/>
                </a:lnTo>
                <a:lnTo>
                  <a:pt x="2615027" y="2160278"/>
                </a:lnTo>
                <a:lnTo>
                  <a:pt x="1990738" y="2160278"/>
                </a:lnTo>
                <a:cubicBezTo>
                  <a:pt x="1990738" y="1905355"/>
                  <a:pt x="1784431" y="1698699"/>
                  <a:pt x="1529938" y="1698699"/>
                </a:cubicBezTo>
                <a:cubicBezTo>
                  <a:pt x="1275445" y="1698699"/>
                  <a:pt x="1069138" y="1905355"/>
                  <a:pt x="1069138" y="2160278"/>
                </a:cubicBez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9938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95" t="59039"/>
          <a:stretch>
            <a:fillRect/>
          </a:stretch>
        </p:blipFill>
        <p:spPr>
          <a:xfrm>
            <a:off x="9874759" y="4018980"/>
            <a:ext cx="2170180" cy="2621857"/>
          </a:xfrm>
          <a:custGeom>
            <a:avLst/>
            <a:gdLst>
              <a:gd name="connsiteX0" fmla="*/ 1085090 w 2170180"/>
              <a:gd name="connsiteY0" fmla="*/ 0 h 2621857"/>
              <a:gd name="connsiteX1" fmla="*/ 1545890 w 2170180"/>
              <a:gd name="connsiteY1" fmla="*/ 461579 h 2621857"/>
              <a:gd name="connsiteX2" fmla="*/ 2170180 w 2170180"/>
              <a:gd name="connsiteY2" fmla="*/ 461579 h 2621857"/>
              <a:gd name="connsiteX3" fmla="*/ 2170180 w 2170180"/>
              <a:gd name="connsiteY3" fmla="*/ 2621857 h 2621857"/>
              <a:gd name="connsiteX4" fmla="*/ 0 w 2170180"/>
              <a:gd name="connsiteY4" fmla="*/ 2621857 h 2621857"/>
              <a:gd name="connsiteX5" fmla="*/ 0 w 2170180"/>
              <a:gd name="connsiteY5" fmla="*/ 2003297 h 2621857"/>
              <a:gd name="connsiteX6" fmla="*/ 460800 w 2170180"/>
              <a:gd name="connsiteY6" fmla="*/ 1541718 h 2621857"/>
              <a:gd name="connsiteX7" fmla="*/ 0 w 2170180"/>
              <a:gd name="connsiteY7" fmla="*/ 1080139 h 2621857"/>
              <a:gd name="connsiteX8" fmla="*/ 0 w 2170180"/>
              <a:gd name="connsiteY8" fmla="*/ 461579 h 2621857"/>
              <a:gd name="connsiteX9" fmla="*/ 624290 w 2170180"/>
              <a:gd name="connsiteY9" fmla="*/ 461579 h 2621857"/>
              <a:gd name="connsiteX10" fmla="*/ 1085090 w 2170180"/>
              <a:gd name="connsiteY10" fmla="*/ 0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0180" h="2621857">
                <a:moveTo>
                  <a:pt x="1085090" y="0"/>
                </a:moveTo>
                <a:cubicBezTo>
                  <a:pt x="1339583" y="0"/>
                  <a:pt x="1545890" y="206656"/>
                  <a:pt x="1545890" y="461579"/>
                </a:cubicBezTo>
                <a:lnTo>
                  <a:pt x="2170180" y="461579"/>
                </a:lnTo>
                <a:lnTo>
                  <a:pt x="2170180" y="2621857"/>
                </a:lnTo>
                <a:lnTo>
                  <a:pt x="0" y="2621857"/>
                </a:lnTo>
                <a:lnTo>
                  <a:pt x="0" y="2003297"/>
                </a:lnTo>
                <a:cubicBezTo>
                  <a:pt x="254493" y="2003297"/>
                  <a:pt x="460800" y="1796641"/>
                  <a:pt x="460800" y="1541718"/>
                </a:cubicBezTo>
                <a:cubicBezTo>
                  <a:pt x="460800" y="1286795"/>
                  <a:pt x="254493" y="1080139"/>
                  <a:pt x="0" y="1080139"/>
                </a:cubicBezTo>
                <a:lnTo>
                  <a:pt x="0" y="461579"/>
                </a:lnTo>
                <a:lnTo>
                  <a:pt x="624290" y="461579"/>
                </a:lnTo>
                <a:cubicBezTo>
                  <a:pt x="624290" y="206656"/>
                  <a:pt x="830597" y="0"/>
                  <a:pt x="1085090" y="0"/>
                </a:cubicBezTo>
                <a:close/>
              </a:path>
            </a:pathLst>
          </a:cu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3" t="66250" r="25973"/>
          <a:stretch>
            <a:fillRect/>
          </a:stretch>
        </p:blipFill>
        <p:spPr>
          <a:xfrm>
            <a:off x="886770" y="3146488"/>
            <a:ext cx="3075828" cy="2160278"/>
          </a:xfrm>
          <a:custGeom>
            <a:avLst/>
            <a:gdLst>
              <a:gd name="connsiteX0" fmla="*/ 444848 w 3075828"/>
              <a:gd name="connsiteY0" fmla="*/ 0 h 2160278"/>
              <a:gd name="connsiteX1" fmla="*/ 1069972 w 3075828"/>
              <a:gd name="connsiteY1" fmla="*/ 0 h 2160278"/>
              <a:gd name="connsiteX2" fmla="*/ 1069138 w 3075828"/>
              <a:gd name="connsiteY2" fmla="*/ 8291 h 2160278"/>
              <a:gd name="connsiteX3" fmla="*/ 1529938 w 3075828"/>
              <a:gd name="connsiteY3" fmla="*/ 469870 h 2160278"/>
              <a:gd name="connsiteX4" fmla="*/ 1990738 w 3075828"/>
              <a:gd name="connsiteY4" fmla="*/ 8291 h 2160278"/>
              <a:gd name="connsiteX5" fmla="*/ 1989904 w 3075828"/>
              <a:gd name="connsiteY5" fmla="*/ 0 h 2160278"/>
              <a:gd name="connsiteX6" fmla="*/ 2615028 w 3075828"/>
              <a:gd name="connsiteY6" fmla="*/ 0 h 2160278"/>
              <a:gd name="connsiteX7" fmla="*/ 2615028 w 3075828"/>
              <a:gd name="connsiteY7" fmla="*/ 618560 h 2160278"/>
              <a:gd name="connsiteX8" fmla="*/ 3075828 w 3075828"/>
              <a:gd name="connsiteY8" fmla="*/ 1080139 h 2160278"/>
              <a:gd name="connsiteX9" fmla="*/ 2615028 w 3075828"/>
              <a:gd name="connsiteY9" fmla="*/ 1541718 h 2160278"/>
              <a:gd name="connsiteX10" fmla="*/ 2615028 w 3075828"/>
              <a:gd name="connsiteY10" fmla="*/ 2160278 h 2160278"/>
              <a:gd name="connsiteX11" fmla="*/ 444848 w 3075828"/>
              <a:gd name="connsiteY11" fmla="*/ 2160278 h 2160278"/>
              <a:gd name="connsiteX12" fmla="*/ 444848 w 3075828"/>
              <a:gd name="connsiteY12" fmla="*/ 1540106 h 2160278"/>
              <a:gd name="connsiteX13" fmla="*/ 367933 w 3075828"/>
              <a:gd name="connsiteY13" fmla="*/ 1532339 h 2160278"/>
              <a:gd name="connsiteX14" fmla="*/ 0 w 3075828"/>
              <a:gd name="connsiteY14" fmla="*/ 1080138 h 2160278"/>
              <a:gd name="connsiteX15" fmla="*/ 367933 w 3075828"/>
              <a:gd name="connsiteY15" fmla="*/ 627937 h 2160278"/>
              <a:gd name="connsiteX16" fmla="*/ 444848 w 3075828"/>
              <a:gd name="connsiteY16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75828" h="2160278">
                <a:moveTo>
                  <a:pt x="444848" y="0"/>
                </a:moveTo>
                <a:lnTo>
                  <a:pt x="1069972" y="0"/>
                </a:lnTo>
                <a:lnTo>
                  <a:pt x="1069138" y="8291"/>
                </a:lnTo>
                <a:cubicBezTo>
                  <a:pt x="1069138" y="263214"/>
                  <a:pt x="1275445" y="469870"/>
                  <a:pt x="1529938" y="469870"/>
                </a:cubicBezTo>
                <a:cubicBezTo>
                  <a:pt x="1784431" y="469870"/>
                  <a:pt x="1990738" y="263214"/>
                  <a:pt x="1990738" y="8291"/>
                </a:cubicBezTo>
                <a:lnTo>
                  <a:pt x="1989904" y="0"/>
                </a:lnTo>
                <a:lnTo>
                  <a:pt x="2615028" y="0"/>
                </a:lnTo>
                <a:lnTo>
                  <a:pt x="2615028" y="618560"/>
                </a:lnTo>
                <a:cubicBezTo>
                  <a:pt x="2869521" y="618560"/>
                  <a:pt x="3075828" y="825216"/>
                  <a:pt x="3075828" y="1080139"/>
                </a:cubicBezTo>
                <a:cubicBezTo>
                  <a:pt x="3075828" y="1335062"/>
                  <a:pt x="2869521" y="1541718"/>
                  <a:pt x="2615028" y="1541718"/>
                </a:cubicBezTo>
                <a:lnTo>
                  <a:pt x="2615028" y="2160278"/>
                </a:ln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  <p:sp>
        <p:nvSpPr>
          <p:cNvPr id="14" name="Forma libre 13"/>
          <p:cNvSpPr/>
          <p:nvPr/>
        </p:nvSpPr>
        <p:spPr>
          <a:xfrm rot="10800000" flipH="1">
            <a:off x="5644127" y="4018979"/>
            <a:ext cx="2170180" cy="2621857"/>
          </a:xfrm>
          <a:custGeom>
            <a:avLst/>
            <a:gdLst>
              <a:gd name="connsiteX0" fmla="*/ 0 w 2170180"/>
              <a:gd name="connsiteY0" fmla="*/ 0 h 2621857"/>
              <a:gd name="connsiteX1" fmla="*/ 2170180 w 2170180"/>
              <a:gd name="connsiteY1" fmla="*/ 0 h 2621857"/>
              <a:gd name="connsiteX2" fmla="*/ 2170180 w 2170180"/>
              <a:gd name="connsiteY2" fmla="*/ 618560 h 2621857"/>
              <a:gd name="connsiteX3" fmla="*/ 1709380 w 2170180"/>
              <a:gd name="connsiteY3" fmla="*/ 1080139 h 2621857"/>
              <a:gd name="connsiteX4" fmla="*/ 2170180 w 2170180"/>
              <a:gd name="connsiteY4" fmla="*/ 1541718 h 2621857"/>
              <a:gd name="connsiteX5" fmla="*/ 2170180 w 2170180"/>
              <a:gd name="connsiteY5" fmla="*/ 2160278 h 2621857"/>
              <a:gd name="connsiteX6" fmla="*/ 1545890 w 2170180"/>
              <a:gd name="connsiteY6" fmla="*/ 2160278 h 2621857"/>
              <a:gd name="connsiteX7" fmla="*/ 1085090 w 2170180"/>
              <a:gd name="connsiteY7" fmla="*/ 2621857 h 2621857"/>
              <a:gd name="connsiteX8" fmla="*/ 624290 w 2170180"/>
              <a:gd name="connsiteY8" fmla="*/ 2160278 h 2621857"/>
              <a:gd name="connsiteX9" fmla="*/ 0 w 2170180"/>
              <a:gd name="connsiteY9" fmla="*/ 2160278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80" h="2621857">
                <a:moveTo>
                  <a:pt x="0" y="0"/>
                </a:moveTo>
                <a:lnTo>
                  <a:pt x="2170180" y="0"/>
                </a:lnTo>
                <a:lnTo>
                  <a:pt x="2170180" y="618560"/>
                </a:lnTo>
                <a:cubicBezTo>
                  <a:pt x="1915687" y="618560"/>
                  <a:pt x="1709380" y="825216"/>
                  <a:pt x="1709380" y="1080139"/>
                </a:cubicBezTo>
                <a:cubicBezTo>
                  <a:pt x="1709380" y="1335062"/>
                  <a:pt x="1915687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2415201"/>
                  <a:pt x="1339583" y="2621857"/>
                  <a:pt x="1085090" y="2621857"/>
                </a:cubicBezTo>
                <a:cubicBezTo>
                  <a:pt x="830597" y="2621857"/>
                  <a:pt x="624290" y="2415201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7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78592638-4968-A7B1-1CF3-5CB86DEFE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78" r="26378" b="66684"/>
          <a:stretch>
            <a:fillRect/>
          </a:stretch>
        </p:blipFill>
        <p:spPr>
          <a:xfrm>
            <a:off x="7357478" y="133690"/>
            <a:ext cx="3075828" cy="2160278"/>
          </a:xfrm>
          <a:custGeom>
            <a:avLst/>
            <a:gdLst>
              <a:gd name="connsiteX0" fmla="*/ 444848 w 3075828"/>
              <a:gd name="connsiteY0" fmla="*/ 0 h 2160278"/>
              <a:gd name="connsiteX1" fmla="*/ 2615028 w 3075828"/>
              <a:gd name="connsiteY1" fmla="*/ 0 h 2160278"/>
              <a:gd name="connsiteX2" fmla="*/ 2615028 w 3075828"/>
              <a:gd name="connsiteY2" fmla="*/ 618560 h 2160278"/>
              <a:gd name="connsiteX3" fmla="*/ 3075828 w 3075828"/>
              <a:gd name="connsiteY3" fmla="*/ 1080139 h 2160278"/>
              <a:gd name="connsiteX4" fmla="*/ 2615028 w 3075828"/>
              <a:gd name="connsiteY4" fmla="*/ 1541718 h 2160278"/>
              <a:gd name="connsiteX5" fmla="*/ 2615028 w 3075828"/>
              <a:gd name="connsiteY5" fmla="*/ 2160278 h 2160278"/>
              <a:gd name="connsiteX6" fmla="*/ 1990738 w 3075828"/>
              <a:gd name="connsiteY6" fmla="*/ 2160278 h 2160278"/>
              <a:gd name="connsiteX7" fmla="*/ 1529938 w 3075828"/>
              <a:gd name="connsiteY7" fmla="*/ 1698699 h 2160278"/>
              <a:gd name="connsiteX8" fmla="*/ 1069138 w 3075828"/>
              <a:gd name="connsiteY8" fmla="*/ 2160278 h 2160278"/>
              <a:gd name="connsiteX9" fmla="*/ 444848 w 3075828"/>
              <a:gd name="connsiteY9" fmla="*/ 2160278 h 2160278"/>
              <a:gd name="connsiteX10" fmla="*/ 444848 w 3075828"/>
              <a:gd name="connsiteY10" fmla="*/ 1540106 h 2160278"/>
              <a:gd name="connsiteX11" fmla="*/ 367933 w 3075828"/>
              <a:gd name="connsiteY11" fmla="*/ 1532339 h 2160278"/>
              <a:gd name="connsiteX12" fmla="*/ 0 w 3075828"/>
              <a:gd name="connsiteY12" fmla="*/ 1080138 h 2160278"/>
              <a:gd name="connsiteX13" fmla="*/ 367933 w 3075828"/>
              <a:gd name="connsiteY13" fmla="*/ 627937 h 2160278"/>
              <a:gd name="connsiteX14" fmla="*/ 444848 w 3075828"/>
              <a:gd name="connsiteY14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75828" h="2160278">
                <a:moveTo>
                  <a:pt x="444848" y="0"/>
                </a:moveTo>
                <a:lnTo>
                  <a:pt x="2615028" y="0"/>
                </a:lnTo>
                <a:lnTo>
                  <a:pt x="2615028" y="618560"/>
                </a:lnTo>
                <a:cubicBezTo>
                  <a:pt x="2869521" y="618560"/>
                  <a:pt x="3075828" y="825216"/>
                  <a:pt x="3075828" y="1080139"/>
                </a:cubicBezTo>
                <a:cubicBezTo>
                  <a:pt x="3075828" y="1335062"/>
                  <a:pt x="2869521" y="1541718"/>
                  <a:pt x="2615028" y="1541718"/>
                </a:cubicBezTo>
                <a:lnTo>
                  <a:pt x="2615028" y="2160278"/>
                </a:lnTo>
                <a:lnTo>
                  <a:pt x="1990738" y="2160278"/>
                </a:lnTo>
                <a:cubicBezTo>
                  <a:pt x="1990738" y="1905355"/>
                  <a:pt x="1784431" y="1698699"/>
                  <a:pt x="1529938" y="1698699"/>
                </a:cubicBezTo>
                <a:cubicBezTo>
                  <a:pt x="1275445" y="1698699"/>
                  <a:pt x="1069138" y="1905355"/>
                  <a:pt x="1069138" y="2160278"/>
                </a:cubicBez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00601359-3188-7C43-A543-7722837875AF}"/>
              </a:ext>
            </a:extLst>
          </p:cNvPr>
          <p:cNvSpPr/>
          <p:nvPr/>
        </p:nvSpPr>
        <p:spPr>
          <a:xfrm>
            <a:off x="215673" y="3542836"/>
            <a:ext cx="2630980" cy="2160278"/>
          </a:xfrm>
          <a:custGeom>
            <a:avLst/>
            <a:gdLst>
              <a:gd name="connsiteX0" fmla="*/ 0 w 2630980"/>
              <a:gd name="connsiteY0" fmla="*/ 0 h 2160278"/>
              <a:gd name="connsiteX1" fmla="*/ 625124 w 2630980"/>
              <a:gd name="connsiteY1" fmla="*/ 0 h 2160278"/>
              <a:gd name="connsiteX2" fmla="*/ 624290 w 2630980"/>
              <a:gd name="connsiteY2" fmla="*/ 8291 h 2160278"/>
              <a:gd name="connsiteX3" fmla="*/ 1085090 w 2630980"/>
              <a:gd name="connsiteY3" fmla="*/ 469870 h 2160278"/>
              <a:gd name="connsiteX4" fmla="*/ 1545890 w 2630980"/>
              <a:gd name="connsiteY4" fmla="*/ 8291 h 2160278"/>
              <a:gd name="connsiteX5" fmla="*/ 1545056 w 2630980"/>
              <a:gd name="connsiteY5" fmla="*/ 0 h 2160278"/>
              <a:gd name="connsiteX6" fmla="*/ 2170180 w 2630980"/>
              <a:gd name="connsiteY6" fmla="*/ 0 h 2160278"/>
              <a:gd name="connsiteX7" fmla="*/ 2170180 w 2630980"/>
              <a:gd name="connsiteY7" fmla="*/ 618560 h 2160278"/>
              <a:gd name="connsiteX8" fmla="*/ 2630980 w 2630980"/>
              <a:gd name="connsiteY8" fmla="*/ 1080139 h 2160278"/>
              <a:gd name="connsiteX9" fmla="*/ 2170180 w 2630980"/>
              <a:gd name="connsiteY9" fmla="*/ 1541718 h 2160278"/>
              <a:gd name="connsiteX10" fmla="*/ 2170180 w 2630980"/>
              <a:gd name="connsiteY10" fmla="*/ 2160278 h 2160278"/>
              <a:gd name="connsiteX11" fmla="*/ 1545890 w 2630980"/>
              <a:gd name="connsiteY11" fmla="*/ 2160278 h 2160278"/>
              <a:gd name="connsiteX12" fmla="*/ 1085090 w 2630980"/>
              <a:gd name="connsiteY12" fmla="*/ 1698699 h 2160278"/>
              <a:gd name="connsiteX13" fmla="*/ 624290 w 2630980"/>
              <a:gd name="connsiteY13" fmla="*/ 2160278 h 2160278"/>
              <a:gd name="connsiteX14" fmla="*/ 0 w 2630980"/>
              <a:gd name="connsiteY14" fmla="*/ 2160278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0980" h="2160278">
                <a:moveTo>
                  <a:pt x="0" y="0"/>
                </a:moveTo>
                <a:lnTo>
                  <a:pt x="625124" y="0"/>
                </a:lnTo>
                <a:lnTo>
                  <a:pt x="624290" y="8291"/>
                </a:lnTo>
                <a:cubicBezTo>
                  <a:pt x="624290" y="263214"/>
                  <a:pt x="830597" y="469870"/>
                  <a:pt x="1085090" y="469870"/>
                </a:cubicBezTo>
                <a:cubicBezTo>
                  <a:pt x="1339583" y="469870"/>
                  <a:pt x="1545890" y="263214"/>
                  <a:pt x="1545890" y="8291"/>
                </a:cubicBezTo>
                <a:lnTo>
                  <a:pt x="1545056" y="0"/>
                </a:lnTo>
                <a:lnTo>
                  <a:pt x="2170180" y="0"/>
                </a:lnTo>
                <a:lnTo>
                  <a:pt x="2170180" y="618560"/>
                </a:lnTo>
                <a:cubicBezTo>
                  <a:pt x="2424673" y="618560"/>
                  <a:pt x="2630980" y="825216"/>
                  <a:pt x="2630980" y="1080139"/>
                </a:cubicBezTo>
                <a:cubicBezTo>
                  <a:pt x="2630980" y="1335062"/>
                  <a:pt x="2424673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1905355"/>
                  <a:pt x="1339583" y="1698699"/>
                  <a:pt x="1085090" y="1698699"/>
                </a:cubicBezTo>
                <a:cubicBezTo>
                  <a:pt x="830597" y="1698699"/>
                  <a:pt x="624290" y="1905355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5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276B-E9D9-6907-0828-7B0DA88E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6611FC0-A1EB-9678-B6CA-FA17B6665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22" y="133690"/>
            <a:ext cx="6510540" cy="6590620"/>
          </a:xfrm>
          <a:prstGeom prst="rect">
            <a:avLst/>
          </a:prstGeom>
        </p:spPr>
      </p:pic>
      <p:sp>
        <p:nvSpPr>
          <p:cNvPr id="14" name="Forma libre 13">
            <a:extLst>
              <a:ext uri="{FF2B5EF4-FFF2-40B4-BE49-F238E27FC236}">
                <a16:creationId xmlns:a16="http://schemas.microsoft.com/office/drawing/2014/main" id="{91BA4710-5882-D48C-0EFB-F9ECC8B12329}"/>
              </a:ext>
            </a:extLst>
          </p:cNvPr>
          <p:cNvSpPr/>
          <p:nvPr/>
        </p:nvSpPr>
        <p:spPr>
          <a:xfrm flipH="1">
            <a:off x="9980482" y="133690"/>
            <a:ext cx="2170180" cy="2621857"/>
          </a:xfrm>
          <a:custGeom>
            <a:avLst/>
            <a:gdLst>
              <a:gd name="connsiteX0" fmla="*/ 0 w 2170180"/>
              <a:gd name="connsiteY0" fmla="*/ 0 h 2621857"/>
              <a:gd name="connsiteX1" fmla="*/ 2170180 w 2170180"/>
              <a:gd name="connsiteY1" fmla="*/ 0 h 2621857"/>
              <a:gd name="connsiteX2" fmla="*/ 2170180 w 2170180"/>
              <a:gd name="connsiteY2" fmla="*/ 618560 h 2621857"/>
              <a:gd name="connsiteX3" fmla="*/ 1709380 w 2170180"/>
              <a:gd name="connsiteY3" fmla="*/ 1080139 h 2621857"/>
              <a:gd name="connsiteX4" fmla="*/ 2170180 w 2170180"/>
              <a:gd name="connsiteY4" fmla="*/ 1541718 h 2621857"/>
              <a:gd name="connsiteX5" fmla="*/ 2170180 w 2170180"/>
              <a:gd name="connsiteY5" fmla="*/ 2160278 h 2621857"/>
              <a:gd name="connsiteX6" fmla="*/ 1545890 w 2170180"/>
              <a:gd name="connsiteY6" fmla="*/ 2160278 h 2621857"/>
              <a:gd name="connsiteX7" fmla="*/ 1085090 w 2170180"/>
              <a:gd name="connsiteY7" fmla="*/ 2621857 h 2621857"/>
              <a:gd name="connsiteX8" fmla="*/ 624290 w 2170180"/>
              <a:gd name="connsiteY8" fmla="*/ 2160278 h 2621857"/>
              <a:gd name="connsiteX9" fmla="*/ 0 w 2170180"/>
              <a:gd name="connsiteY9" fmla="*/ 2160278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80" h="2621857">
                <a:moveTo>
                  <a:pt x="0" y="0"/>
                </a:moveTo>
                <a:lnTo>
                  <a:pt x="2170180" y="0"/>
                </a:lnTo>
                <a:lnTo>
                  <a:pt x="2170180" y="618560"/>
                </a:lnTo>
                <a:cubicBezTo>
                  <a:pt x="1915687" y="618560"/>
                  <a:pt x="1709380" y="825216"/>
                  <a:pt x="1709380" y="1080139"/>
                </a:cubicBezTo>
                <a:cubicBezTo>
                  <a:pt x="1709380" y="1335062"/>
                  <a:pt x="1915687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2415201"/>
                  <a:pt x="1339583" y="2621857"/>
                  <a:pt x="1085090" y="2621857"/>
                </a:cubicBezTo>
                <a:cubicBezTo>
                  <a:pt x="830597" y="2621857"/>
                  <a:pt x="624290" y="2415201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61534B15-F491-66E4-3674-821C30950F1A}"/>
              </a:ext>
            </a:extLst>
          </p:cNvPr>
          <p:cNvSpPr/>
          <p:nvPr/>
        </p:nvSpPr>
        <p:spPr>
          <a:xfrm flipH="1" flipV="1">
            <a:off x="9980482" y="3996121"/>
            <a:ext cx="2170180" cy="2621857"/>
          </a:xfrm>
          <a:custGeom>
            <a:avLst/>
            <a:gdLst>
              <a:gd name="connsiteX0" fmla="*/ 0 w 2170180"/>
              <a:gd name="connsiteY0" fmla="*/ 0 h 2621857"/>
              <a:gd name="connsiteX1" fmla="*/ 2170180 w 2170180"/>
              <a:gd name="connsiteY1" fmla="*/ 0 h 2621857"/>
              <a:gd name="connsiteX2" fmla="*/ 2170180 w 2170180"/>
              <a:gd name="connsiteY2" fmla="*/ 618560 h 2621857"/>
              <a:gd name="connsiteX3" fmla="*/ 1709380 w 2170180"/>
              <a:gd name="connsiteY3" fmla="*/ 1080139 h 2621857"/>
              <a:gd name="connsiteX4" fmla="*/ 2170180 w 2170180"/>
              <a:gd name="connsiteY4" fmla="*/ 1541718 h 2621857"/>
              <a:gd name="connsiteX5" fmla="*/ 2170180 w 2170180"/>
              <a:gd name="connsiteY5" fmla="*/ 2160278 h 2621857"/>
              <a:gd name="connsiteX6" fmla="*/ 1545890 w 2170180"/>
              <a:gd name="connsiteY6" fmla="*/ 2160278 h 2621857"/>
              <a:gd name="connsiteX7" fmla="*/ 1085090 w 2170180"/>
              <a:gd name="connsiteY7" fmla="*/ 2621857 h 2621857"/>
              <a:gd name="connsiteX8" fmla="*/ 624290 w 2170180"/>
              <a:gd name="connsiteY8" fmla="*/ 2160278 h 2621857"/>
              <a:gd name="connsiteX9" fmla="*/ 0 w 2170180"/>
              <a:gd name="connsiteY9" fmla="*/ 2160278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80" h="2621857">
                <a:moveTo>
                  <a:pt x="0" y="0"/>
                </a:moveTo>
                <a:lnTo>
                  <a:pt x="2170180" y="0"/>
                </a:lnTo>
                <a:lnTo>
                  <a:pt x="2170180" y="618560"/>
                </a:lnTo>
                <a:cubicBezTo>
                  <a:pt x="1915687" y="618560"/>
                  <a:pt x="1709380" y="825216"/>
                  <a:pt x="1709380" y="1080139"/>
                </a:cubicBezTo>
                <a:cubicBezTo>
                  <a:pt x="1709380" y="1335062"/>
                  <a:pt x="1915687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2415201"/>
                  <a:pt x="1339583" y="2621857"/>
                  <a:pt x="1085090" y="2621857"/>
                </a:cubicBezTo>
                <a:cubicBezTo>
                  <a:pt x="830597" y="2621857"/>
                  <a:pt x="624290" y="2415201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orma libre 19">
            <a:extLst>
              <a:ext uri="{FF2B5EF4-FFF2-40B4-BE49-F238E27FC236}">
                <a16:creationId xmlns:a16="http://schemas.microsoft.com/office/drawing/2014/main" id="{C8F9D5E7-C139-482C-7EBE-EC6784964B15}"/>
              </a:ext>
            </a:extLst>
          </p:cNvPr>
          <p:cNvSpPr/>
          <p:nvPr/>
        </p:nvSpPr>
        <p:spPr>
          <a:xfrm flipV="1">
            <a:off x="5640122" y="4102454"/>
            <a:ext cx="2170180" cy="2621857"/>
          </a:xfrm>
          <a:custGeom>
            <a:avLst/>
            <a:gdLst>
              <a:gd name="connsiteX0" fmla="*/ 0 w 2170180"/>
              <a:gd name="connsiteY0" fmla="*/ 0 h 2621857"/>
              <a:gd name="connsiteX1" fmla="*/ 2170180 w 2170180"/>
              <a:gd name="connsiteY1" fmla="*/ 0 h 2621857"/>
              <a:gd name="connsiteX2" fmla="*/ 2170180 w 2170180"/>
              <a:gd name="connsiteY2" fmla="*/ 618560 h 2621857"/>
              <a:gd name="connsiteX3" fmla="*/ 1709380 w 2170180"/>
              <a:gd name="connsiteY3" fmla="*/ 1080139 h 2621857"/>
              <a:gd name="connsiteX4" fmla="*/ 2170180 w 2170180"/>
              <a:gd name="connsiteY4" fmla="*/ 1541718 h 2621857"/>
              <a:gd name="connsiteX5" fmla="*/ 2170180 w 2170180"/>
              <a:gd name="connsiteY5" fmla="*/ 2160278 h 2621857"/>
              <a:gd name="connsiteX6" fmla="*/ 1545890 w 2170180"/>
              <a:gd name="connsiteY6" fmla="*/ 2160278 h 2621857"/>
              <a:gd name="connsiteX7" fmla="*/ 1085090 w 2170180"/>
              <a:gd name="connsiteY7" fmla="*/ 2621857 h 2621857"/>
              <a:gd name="connsiteX8" fmla="*/ 624290 w 2170180"/>
              <a:gd name="connsiteY8" fmla="*/ 2160278 h 2621857"/>
              <a:gd name="connsiteX9" fmla="*/ 0 w 2170180"/>
              <a:gd name="connsiteY9" fmla="*/ 2160278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80" h="2621857">
                <a:moveTo>
                  <a:pt x="0" y="0"/>
                </a:moveTo>
                <a:lnTo>
                  <a:pt x="2170180" y="0"/>
                </a:lnTo>
                <a:lnTo>
                  <a:pt x="2170180" y="618560"/>
                </a:lnTo>
                <a:cubicBezTo>
                  <a:pt x="1915687" y="618560"/>
                  <a:pt x="1709380" y="825216"/>
                  <a:pt x="1709380" y="1080139"/>
                </a:cubicBezTo>
                <a:cubicBezTo>
                  <a:pt x="1709380" y="1335062"/>
                  <a:pt x="1915687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2415201"/>
                  <a:pt x="1339583" y="2621857"/>
                  <a:pt x="1085090" y="2621857"/>
                </a:cubicBezTo>
                <a:cubicBezTo>
                  <a:pt x="830597" y="2621857"/>
                  <a:pt x="624290" y="2415201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orma libre 20">
            <a:extLst>
              <a:ext uri="{FF2B5EF4-FFF2-40B4-BE49-F238E27FC236}">
                <a16:creationId xmlns:a16="http://schemas.microsoft.com/office/drawing/2014/main" id="{32399425-3EA9-B662-B6AB-96F005127C96}"/>
              </a:ext>
            </a:extLst>
          </p:cNvPr>
          <p:cNvSpPr/>
          <p:nvPr/>
        </p:nvSpPr>
        <p:spPr>
          <a:xfrm>
            <a:off x="5640122" y="133690"/>
            <a:ext cx="2170180" cy="2621857"/>
          </a:xfrm>
          <a:custGeom>
            <a:avLst/>
            <a:gdLst>
              <a:gd name="connsiteX0" fmla="*/ 0 w 2170180"/>
              <a:gd name="connsiteY0" fmla="*/ 0 h 2621857"/>
              <a:gd name="connsiteX1" fmla="*/ 2170180 w 2170180"/>
              <a:gd name="connsiteY1" fmla="*/ 0 h 2621857"/>
              <a:gd name="connsiteX2" fmla="*/ 2170180 w 2170180"/>
              <a:gd name="connsiteY2" fmla="*/ 618560 h 2621857"/>
              <a:gd name="connsiteX3" fmla="*/ 1709380 w 2170180"/>
              <a:gd name="connsiteY3" fmla="*/ 1080139 h 2621857"/>
              <a:gd name="connsiteX4" fmla="*/ 2170180 w 2170180"/>
              <a:gd name="connsiteY4" fmla="*/ 1541718 h 2621857"/>
              <a:gd name="connsiteX5" fmla="*/ 2170180 w 2170180"/>
              <a:gd name="connsiteY5" fmla="*/ 2160278 h 2621857"/>
              <a:gd name="connsiteX6" fmla="*/ 1545890 w 2170180"/>
              <a:gd name="connsiteY6" fmla="*/ 2160278 h 2621857"/>
              <a:gd name="connsiteX7" fmla="*/ 1085090 w 2170180"/>
              <a:gd name="connsiteY7" fmla="*/ 2621857 h 2621857"/>
              <a:gd name="connsiteX8" fmla="*/ 624290 w 2170180"/>
              <a:gd name="connsiteY8" fmla="*/ 2160278 h 2621857"/>
              <a:gd name="connsiteX9" fmla="*/ 0 w 2170180"/>
              <a:gd name="connsiteY9" fmla="*/ 2160278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80" h="2621857">
                <a:moveTo>
                  <a:pt x="0" y="0"/>
                </a:moveTo>
                <a:lnTo>
                  <a:pt x="2170180" y="0"/>
                </a:lnTo>
                <a:lnTo>
                  <a:pt x="2170180" y="618560"/>
                </a:lnTo>
                <a:cubicBezTo>
                  <a:pt x="1915687" y="618560"/>
                  <a:pt x="1709380" y="825216"/>
                  <a:pt x="1709380" y="1080139"/>
                </a:cubicBezTo>
                <a:cubicBezTo>
                  <a:pt x="1709380" y="1335062"/>
                  <a:pt x="1915687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2415201"/>
                  <a:pt x="1339583" y="2621857"/>
                  <a:pt x="1085090" y="2621857"/>
                </a:cubicBezTo>
                <a:cubicBezTo>
                  <a:pt x="830597" y="2621857"/>
                  <a:pt x="624290" y="2415201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AE0A1A46-5151-456F-B6AA-49F0D5303E36}"/>
              </a:ext>
            </a:extLst>
          </p:cNvPr>
          <p:cNvSpPr/>
          <p:nvPr/>
        </p:nvSpPr>
        <p:spPr>
          <a:xfrm>
            <a:off x="5640122" y="2348862"/>
            <a:ext cx="2630980" cy="2160278"/>
          </a:xfrm>
          <a:custGeom>
            <a:avLst/>
            <a:gdLst>
              <a:gd name="connsiteX0" fmla="*/ 0 w 2630980"/>
              <a:gd name="connsiteY0" fmla="*/ 0 h 2160278"/>
              <a:gd name="connsiteX1" fmla="*/ 625124 w 2630980"/>
              <a:gd name="connsiteY1" fmla="*/ 0 h 2160278"/>
              <a:gd name="connsiteX2" fmla="*/ 624290 w 2630980"/>
              <a:gd name="connsiteY2" fmla="*/ 8291 h 2160278"/>
              <a:gd name="connsiteX3" fmla="*/ 1085090 w 2630980"/>
              <a:gd name="connsiteY3" fmla="*/ 469870 h 2160278"/>
              <a:gd name="connsiteX4" fmla="*/ 1545890 w 2630980"/>
              <a:gd name="connsiteY4" fmla="*/ 8291 h 2160278"/>
              <a:gd name="connsiteX5" fmla="*/ 1545056 w 2630980"/>
              <a:gd name="connsiteY5" fmla="*/ 0 h 2160278"/>
              <a:gd name="connsiteX6" fmla="*/ 2170180 w 2630980"/>
              <a:gd name="connsiteY6" fmla="*/ 0 h 2160278"/>
              <a:gd name="connsiteX7" fmla="*/ 2170180 w 2630980"/>
              <a:gd name="connsiteY7" fmla="*/ 618560 h 2160278"/>
              <a:gd name="connsiteX8" fmla="*/ 2630980 w 2630980"/>
              <a:gd name="connsiteY8" fmla="*/ 1080139 h 2160278"/>
              <a:gd name="connsiteX9" fmla="*/ 2170180 w 2630980"/>
              <a:gd name="connsiteY9" fmla="*/ 1541718 h 2160278"/>
              <a:gd name="connsiteX10" fmla="*/ 2170180 w 2630980"/>
              <a:gd name="connsiteY10" fmla="*/ 2160278 h 2160278"/>
              <a:gd name="connsiteX11" fmla="*/ 1545890 w 2630980"/>
              <a:gd name="connsiteY11" fmla="*/ 2160278 h 2160278"/>
              <a:gd name="connsiteX12" fmla="*/ 1085090 w 2630980"/>
              <a:gd name="connsiteY12" fmla="*/ 1698699 h 2160278"/>
              <a:gd name="connsiteX13" fmla="*/ 624290 w 2630980"/>
              <a:gd name="connsiteY13" fmla="*/ 2160278 h 2160278"/>
              <a:gd name="connsiteX14" fmla="*/ 0 w 2630980"/>
              <a:gd name="connsiteY14" fmla="*/ 2160278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0980" h="2160278">
                <a:moveTo>
                  <a:pt x="0" y="0"/>
                </a:moveTo>
                <a:lnTo>
                  <a:pt x="625124" y="0"/>
                </a:lnTo>
                <a:lnTo>
                  <a:pt x="624290" y="8291"/>
                </a:lnTo>
                <a:cubicBezTo>
                  <a:pt x="624290" y="263214"/>
                  <a:pt x="830597" y="469870"/>
                  <a:pt x="1085090" y="469870"/>
                </a:cubicBezTo>
                <a:cubicBezTo>
                  <a:pt x="1339583" y="469870"/>
                  <a:pt x="1545890" y="263214"/>
                  <a:pt x="1545890" y="8291"/>
                </a:cubicBezTo>
                <a:lnTo>
                  <a:pt x="1545056" y="0"/>
                </a:lnTo>
                <a:lnTo>
                  <a:pt x="2170180" y="0"/>
                </a:lnTo>
                <a:lnTo>
                  <a:pt x="2170180" y="618560"/>
                </a:lnTo>
                <a:cubicBezTo>
                  <a:pt x="2424673" y="618560"/>
                  <a:pt x="2630980" y="825216"/>
                  <a:pt x="2630980" y="1080139"/>
                </a:cubicBezTo>
                <a:cubicBezTo>
                  <a:pt x="2630980" y="1335062"/>
                  <a:pt x="2424673" y="1541718"/>
                  <a:pt x="2170180" y="1541718"/>
                </a:cubicBezTo>
                <a:lnTo>
                  <a:pt x="2170180" y="2160278"/>
                </a:lnTo>
                <a:lnTo>
                  <a:pt x="1545890" y="2160278"/>
                </a:lnTo>
                <a:cubicBezTo>
                  <a:pt x="1545890" y="1905355"/>
                  <a:pt x="1339583" y="1698699"/>
                  <a:pt x="1085090" y="1698699"/>
                </a:cubicBezTo>
                <a:cubicBezTo>
                  <a:pt x="830597" y="1698699"/>
                  <a:pt x="624290" y="1905355"/>
                  <a:pt x="624290" y="2160278"/>
                </a:cubicBezTo>
                <a:lnTo>
                  <a:pt x="0" y="2160278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0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054411" y="693310"/>
            <a:ext cx="2170180" cy="21602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/>
          <p:cNvSpPr/>
          <p:nvPr/>
        </p:nvSpPr>
        <p:spPr>
          <a:xfrm>
            <a:off x="1678701" y="2392009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/>
          <p:cNvSpPr/>
          <p:nvPr/>
        </p:nvSpPr>
        <p:spPr>
          <a:xfrm>
            <a:off x="2763791" y="1311870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/>
          <p:cNvSpPr/>
          <p:nvPr/>
        </p:nvSpPr>
        <p:spPr>
          <a:xfrm>
            <a:off x="1678701" y="240022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/>
          <p:cNvSpPr/>
          <p:nvPr/>
        </p:nvSpPr>
        <p:spPr>
          <a:xfrm>
            <a:off x="609563" y="1311869"/>
            <a:ext cx="921600" cy="9231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881" y="240022"/>
            <a:ext cx="6400813" cy="64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3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091" y="143770"/>
            <a:ext cx="6400813" cy="6400814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95" t="59039"/>
          <a:stretch>
            <a:fillRect/>
          </a:stretch>
        </p:blipFill>
        <p:spPr>
          <a:xfrm>
            <a:off x="9683724" y="3879257"/>
            <a:ext cx="2170180" cy="2621857"/>
          </a:xfrm>
          <a:custGeom>
            <a:avLst/>
            <a:gdLst>
              <a:gd name="connsiteX0" fmla="*/ 1085090 w 2170180"/>
              <a:gd name="connsiteY0" fmla="*/ 0 h 2621857"/>
              <a:gd name="connsiteX1" fmla="*/ 1545890 w 2170180"/>
              <a:gd name="connsiteY1" fmla="*/ 461579 h 2621857"/>
              <a:gd name="connsiteX2" fmla="*/ 2170180 w 2170180"/>
              <a:gd name="connsiteY2" fmla="*/ 461579 h 2621857"/>
              <a:gd name="connsiteX3" fmla="*/ 2170180 w 2170180"/>
              <a:gd name="connsiteY3" fmla="*/ 2621857 h 2621857"/>
              <a:gd name="connsiteX4" fmla="*/ 0 w 2170180"/>
              <a:gd name="connsiteY4" fmla="*/ 2621857 h 2621857"/>
              <a:gd name="connsiteX5" fmla="*/ 0 w 2170180"/>
              <a:gd name="connsiteY5" fmla="*/ 2003297 h 2621857"/>
              <a:gd name="connsiteX6" fmla="*/ 460800 w 2170180"/>
              <a:gd name="connsiteY6" fmla="*/ 1541718 h 2621857"/>
              <a:gd name="connsiteX7" fmla="*/ 0 w 2170180"/>
              <a:gd name="connsiteY7" fmla="*/ 1080139 h 2621857"/>
              <a:gd name="connsiteX8" fmla="*/ 0 w 2170180"/>
              <a:gd name="connsiteY8" fmla="*/ 461579 h 2621857"/>
              <a:gd name="connsiteX9" fmla="*/ 624290 w 2170180"/>
              <a:gd name="connsiteY9" fmla="*/ 461579 h 2621857"/>
              <a:gd name="connsiteX10" fmla="*/ 1085090 w 2170180"/>
              <a:gd name="connsiteY10" fmla="*/ 0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0180" h="2621857">
                <a:moveTo>
                  <a:pt x="1085090" y="0"/>
                </a:moveTo>
                <a:cubicBezTo>
                  <a:pt x="1339583" y="0"/>
                  <a:pt x="1545890" y="206656"/>
                  <a:pt x="1545890" y="461579"/>
                </a:cubicBezTo>
                <a:lnTo>
                  <a:pt x="2170180" y="461579"/>
                </a:lnTo>
                <a:lnTo>
                  <a:pt x="2170180" y="2621857"/>
                </a:lnTo>
                <a:lnTo>
                  <a:pt x="0" y="2621857"/>
                </a:lnTo>
                <a:lnTo>
                  <a:pt x="0" y="2003297"/>
                </a:lnTo>
                <a:cubicBezTo>
                  <a:pt x="254493" y="2003297"/>
                  <a:pt x="460800" y="1796641"/>
                  <a:pt x="460800" y="1541718"/>
                </a:cubicBezTo>
                <a:cubicBezTo>
                  <a:pt x="460800" y="1286795"/>
                  <a:pt x="254493" y="1080139"/>
                  <a:pt x="0" y="1080139"/>
                </a:cubicBezTo>
                <a:lnTo>
                  <a:pt x="0" y="461579"/>
                </a:lnTo>
                <a:lnTo>
                  <a:pt x="624290" y="461579"/>
                </a:lnTo>
                <a:cubicBezTo>
                  <a:pt x="624290" y="206656"/>
                  <a:pt x="830597" y="0"/>
                  <a:pt x="1085090" y="0"/>
                </a:cubicBezTo>
                <a:close/>
              </a:path>
            </a:pathLst>
          </a:cu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39" r="66095"/>
          <a:stretch>
            <a:fillRect/>
          </a:stretch>
        </p:blipFill>
        <p:spPr>
          <a:xfrm>
            <a:off x="5478084" y="3882717"/>
            <a:ext cx="2170180" cy="2621857"/>
          </a:xfrm>
          <a:custGeom>
            <a:avLst/>
            <a:gdLst>
              <a:gd name="connsiteX0" fmla="*/ 1085090 w 2170180"/>
              <a:gd name="connsiteY0" fmla="*/ 0 h 2621857"/>
              <a:gd name="connsiteX1" fmla="*/ 1545890 w 2170180"/>
              <a:gd name="connsiteY1" fmla="*/ 461579 h 2621857"/>
              <a:gd name="connsiteX2" fmla="*/ 2170180 w 2170180"/>
              <a:gd name="connsiteY2" fmla="*/ 461579 h 2621857"/>
              <a:gd name="connsiteX3" fmla="*/ 2170180 w 2170180"/>
              <a:gd name="connsiteY3" fmla="*/ 1080139 h 2621857"/>
              <a:gd name="connsiteX4" fmla="*/ 1709380 w 2170180"/>
              <a:gd name="connsiteY4" fmla="*/ 1541718 h 2621857"/>
              <a:gd name="connsiteX5" fmla="*/ 2170180 w 2170180"/>
              <a:gd name="connsiteY5" fmla="*/ 2003297 h 2621857"/>
              <a:gd name="connsiteX6" fmla="*/ 2170180 w 2170180"/>
              <a:gd name="connsiteY6" fmla="*/ 2621857 h 2621857"/>
              <a:gd name="connsiteX7" fmla="*/ 0 w 2170180"/>
              <a:gd name="connsiteY7" fmla="*/ 2621857 h 2621857"/>
              <a:gd name="connsiteX8" fmla="*/ 0 w 2170180"/>
              <a:gd name="connsiteY8" fmla="*/ 461579 h 2621857"/>
              <a:gd name="connsiteX9" fmla="*/ 624290 w 2170180"/>
              <a:gd name="connsiteY9" fmla="*/ 461579 h 2621857"/>
              <a:gd name="connsiteX10" fmla="*/ 1085090 w 2170180"/>
              <a:gd name="connsiteY10" fmla="*/ 0 h 262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0180" h="2621857">
                <a:moveTo>
                  <a:pt x="1085090" y="0"/>
                </a:moveTo>
                <a:cubicBezTo>
                  <a:pt x="1339583" y="0"/>
                  <a:pt x="1545890" y="206656"/>
                  <a:pt x="1545890" y="461579"/>
                </a:cubicBezTo>
                <a:lnTo>
                  <a:pt x="2170180" y="461579"/>
                </a:lnTo>
                <a:lnTo>
                  <a:pt x="2170180" y="1080139"/>
                </a:lnTo>
                <a:cubicBezTo>
                  <a:pt x="1915687" y="1080139"/>
                  <a:pt x="1709380" y="1286795"/>
                  <a:pt x="1709380" y="1541718"/>
                </a:cubicBezTo>
                <a:cubicBezTo>
                  <a:pt x="1709380" y="1796641"/>
                  <a:pt x="1915687" y="2003297"/>
                  <a:pt x="2170180" y="2003297"/>
                </a:cubicBezTo>
                <a:lnTo>
                  <a:pt x="2170180" y="2621857"/>
                </a:lnTo>
                <a:lnTo>
                  <a:pt x="0" y="2621857"/>
                </a:lnTo>
                <a:lnTo>
                  <a:pt x="0" y="461579"/>
                </a:lnTo>
                <a:lnTo>
                  <a:pt x="624290" y="461579"/>
                </a:lnTo>
                <a:cubicBezTo>
                  <a:pt x="624290" y="206656"/>
                  <a:pt x="830597" y="0"/>
                  <a:pt x="1085090" y="0"/>
                </a:cubicBezTo>
                <a:close/>
              </a:path>
            </a:pathLst>
          </a:cu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0" t="220" r="66315" b="58819"/>
          <a:stretch/>
        </p:blipFill>
        <p:spPr>
          <a:xfrm>
            <a:off x="5453089" y="143768"/>
            <a:ext cx="2170800" cy="2622606"/>
          </a:xfrm>
          <a:custGeom>
            <a:avLst/>
            <a:gdLst>
              <a:gd name="connsiteX0" fmla="*/ 0 w 2170179"/>
              <a:gd name="connsiteY0" fmla="*/ 0 h 2621856"/>
              <a:gd name="connsiteX1" fmla="*/ 2170179 w 2170179"/>
              <a:gd name="connsiteY1" fmla="*/ 0 h 2621856"/>
              <a:gd name="connsiteX2" fmla="*/ 2170179 w 2170179"/>
              <a:gd name="connsiteY2" fmla="*/ 618559 h 2621856"/>
              <a:gd name="connsiteX3" fmla="*/ 1709379 w 2170179"/>
              <a:gd name="connsiteY3" fmla="*/ 1080138 h 2621856"/>
              <a:gd name="connsiteX4" fmla="*/ 2170179 w 2170179"/>
              <a:gd name="connsiteY4" fmla="*/ 1541717 h 2621856"/>
              <a:gd name="connsiteX5" fmla="*/ 2170179 w 2170179"/>
              <a:gd name="connsiteY5" fmla="*/ 2160277 h 2621856"/>
              <a:gd name="connsiteX6" fmla="*/ 1545889 w 2170179"/>
              <a:gd name="connsiteY6" fmla="*/ 2160277 h 2621856"/>
              <a:gd name="connsiteX7" fmla="*/ 1085089 w 2170179"/>
              <a:gd name="connsiteY7" fmla="*/ 2621856 h 2621856"/>
              <a:gd name="connsiteX8" fmla="*/ 624289 w 2170179"/>
              <a:gd name="connsiteY8" fmla="*/ 2160277 h 2621856"/>
              <a:gd name="connsiteX9" fmla="*/ 0 w 2170179"/>
              <a:gd name="connsiteY9" fmla="*/ 2160277 h 262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70179" h="2621856">
                <a:moveTo>
                  <a:pt x="0" y="0"/>
                </a:moveTo>
                <a:lnTo>
                  <a:pt x="2170179" y="0"/>
                </a:lnTo>
                <a:lnTo>
                  <a:pt x="2170179" y="618559"/>
                </a:lnTo>
                <a:cubicBezTo>
                  <a:pt x="1915686" y="618559"/>
                  <a:pt x="1709379" y="825215"/>
                  <a:pt x="1709379" y="1080138"/>
                </a:cubicBezTo>
                <a:cubicBezTo>
                  <a:pt x="1709379" y="1335061"/>
                  <a:pt x="1915686" y="1541717"/>
                  <a:pt x="2170179" y="1541717"/>
                </a:cubicBezTo>
                <a:lnTo>
                  <a:pt x="2170179" y="2160277"/>
                </a:lnTo>
                <a:lnTo>
                  <a:pt x="1545889" y="2160277"/>
                </a:lnTo>
                <a:cubicBezTo>
                  <a:pt x="1545889" y="2415200"/>
                  <a:pt x="1339582" y="2621856"/>
                  <a:pt x="1085089" y="2621856"/>
                </a:cubicBezTo>
                <a:cubicBezTo>
                  <a:pt x="830596" y="2621856"/>
                  <a:pt x="624289" y="2415200"/>
                  <a:pt x="624289" y="2160277"/>
                </a:cubicBezTo>
                <a:lnTo>
                  <a:pt x="0" y="2160277"/>
                </a:lnTo>
                <a:close/>
              </a:path>
            </a:pathLst>
          </a:cu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5" t="26461" r="32611" b="25799"/>
          <a:stretch/>
        </p:blipFill>
        <p:spPr>
          <a:xfrm>
            <a:off x="7583729" y="1821320"/>
            <a:ext cx="2139536" cy="3045709"/>
          </a:xfrm>
          <a:custGeom>
            <a:avLst/>
            <a:gdLst>
              <a:gd name="connsiteX0" fmla="*/ 1085090 w 2170180"/>
              <a:gd name="connsiteY0" fmla="*/ 0 h 3075145"/>
              <a:gd name="connsiteX1" fmla="*/ 1536528 w 2170180"/>
              <a:gd name="connsiteY1" fmla="*/ 368555 h 3075145"/>
              <a:gd name="connsiteX2" fmla="*/ 1545056 w 2170180"/>
              <a:gd name="connsiteY2" fmla="*/ 453288 h 3075145"/>
              <a:gd name="connsiteX3" fmla="*/ 2170180 w 2170180"/>
              <a:gd name="connsiteY3" fmla="*/ 453288 h 3075145"/>
              <a:gd name="connsiteX4" fmla="*/ 2170180 w 2170180"/>
              <a:gd name="connsiteY4" fmla="*/ 1071848 h 3075145"/>
              <a:gd name="connsiteX5" fmla="*/ 1709380 w 2170180"/>
              <a:gd name="connsiteY5" fmla="*/ 1533427 h 3075145"/>
              <a:gd name="connsiteX6" fmla="*/ 2170180 w 2170180"/>
              <a:gd name="connsiteY6" fmla="*/ 1995006 h 3075145"/>
              <a:gd name="connsiteX7" fmla="*/ 2170180 w 2170180"/>
              <a:gd name="connsiteY7" fmla="*/ 2613566 h 3075145"/>
              <a:gd name="connsiteX8" fmla="*/ 1545890 w 2170180"/>
              <a:gd name="connsiteY8" fmla="*/ 2613566 h 3075145"/>
              <a:gd name="connsiteX9" fmla="*/ 1085090 w 2170180"/>
              <a:gd name="connsiteY9" fmla="*/ 3075145 h 3075145"/>
              <a:gd name="connsiteX10" fmla="*/ 624290 w 2170180"/>
              <a:gd name="connsiteY10" fmla="*/ 2613566 h 3075145"/>
              <a:gd name="connsiteX11" fmla="*/ 0 w 2170180"/>
              <a:gd name="connsiteY11" fmla="*/ 2613566 h 3075145"/>
              <a:gd name="connsiteX12" fmla="*/ 0 w 2170180"/>
              <a:gd name="connsiteY12" fmla="*/ 1993394 h 3075145"/>
              <a:gd name="connsiteX13" fmla="*/ 15952 w 2170180"/>
              <a:gd name="connsiteY13" fmla="*/ 1995005 h 3075145"/>
              <a:gd name="connsiteX14" fmla="*/ 476752 w 2170180"/>
              <a:gd name="connsiteY14" fmla="*/ 1533426 h 3075145"/>
              <a:gd name="connsiteX15" fmla="*/ 15952 w 2170180"/>
              <a:gd name="connsiteY15" fmla="*/ 1071847 h 3075145"/>
              <a:gd name="connsiteX16" fmla="*/ 0 w 2170180"/>
              <a:gd name="connsiteY16" fmla="*/ 1073458 h 3075145"/>
              <a:gd name="connsiteX17" fmla="*/ 0 w 2170180"/>
              <a:gd name="connsiteY17" fmla="*/ 453288 h 3075145"/>
              <a:gd name="connsiteX18" fmla="*/ 625124 w 2170180"/>
              <a:gd name="connsiteY18" fmla="*/ 453288 h 3075145"/>
              <a:gd name="connsiteX19" fmla="*/ 633652 w 2170180"/>
              <a:gd name="connsiteY19" fmla="*/ 368555 h 3075145"/>
              <a:gd name="connsiteX20" fmla="*/ 1085090 w 2170180"/>
              <a:gd name="connsiteY20" fmla="*/ 0 h 3075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0180" h="3075145">
                <a:moveTo>
                  <a:pt x="1085090" y="0"/>
                </a:moveTo>
                <a:cubicBezTo>
                  <a:pt x="1307771" y="0"/>
                  <a:pt x="1493560" y="158221"/>
                  <a:pt x="1536528" y="368555"/>
                </a:cubicBezTo>
                <a:lnTo>
                  <a:pt x="1545056" y="453288"/>
                </a:lnTo>
                <a:lnTo>
                  <a:pt x="2170180" y="453288"/>
                </a:lnTo>
                <a:lnTo>
                  <a:pt x="2170180" y="1071848"/>
                </a:lnTo>
                <a:cubicBezTo>
                  <a:pt x="1915687" y="1071848"/>
                  <a:pt x="1709380" y="1278504"/>
                  <a:pt x="1709380" y="1533427"/>
                </a:cubicBezTo>
                <a:cubicBezTo>
                  <a:pt x="1709380" y="1788350"/>
                  <a:pt x="1915687" y="1995006"/>
                  <a:pt x="2170180" y="1995006"/>
                </a:cubicBezTo>
                <a:lnTo>
                  <a:pt x="2170180" y="2613566"/>
                </a:lnTo>
                <a:lnTo>
                  <a:pt x="1545890" y="2613566"/>
                </a:lnTo>
                <a:cubicBezTo>
                  <a:pt x="1545890" y="2868489"/>
                  <a:pt x="1339583" y="3075145"/>
                  <a:pt x="1085090" y="3075145"/>
                </a:cubicBezTo>
                <a:cubicBezTo>
                  <a:pt x="830597" y="3075145"/>
                  <a:pt x="624290" y="2868489"/>
                  <a:pt x="624290" y="2613566"/>
                </a:cubicBezTo>
                <a:lnTo>
                  <a:pt x="0" y="2613566"/>
                </a:lnTo>
                <a:lnTo>
                  <a:pt x="0" y="1993394"/>
                </a:lnTo>
                <a:lnTo>
                  <a:pt x="15952" y="1995005"/>
                </a:lnTo>
                <a:cubicBezTo>
                  <a:pt x="270445" y="1995005"/>
                  <a:pt x="476752" y="1788349"/>
                  <a:pt x="476752" y="1533426"/>
                </a:cubicBezTo>
                <a:cubicBezTo>
                  <a:pt x="476752" y="1278503"/>
                  <a:pt x="270445" y="1071847"/>
                  <a:pt x="15952" y="1071847"/>
                </a:cubicBezTo>
                <a:lnTo>
                  <a:pt x="0" y="1073458"/>
                </a:lnTo>
                <a:lnTo>
                  <a:pt x="0" y="453288"/>
                </a:lnTo>
                <a:lnTo>
                  <a:pt x="625124" y="453288"/>
                </a:lnTo>
                <a:lnTo>
                  <a:pt x="633652" y="368555"/>
                </a:lnTo>
                <a:cubicBezTo>
                  <a:pt x="676620" y="158221"/>
                  <a:pt x="862409" y="0"/>
                  <a:pt x="1085090" y="0"/>
                </a:cubicBezTo>
                <a:close/>
              </a:path>
            </a:pathLst>
          </a:cu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95" b="59039"/>
          <a:stretch>
            <a:fillRect/>
          </a:stretch>
        </p:blipFill>
        <p:spPr>
          <a:xfrm>
            <a:off x="9683724" y="143771"/>
            <a:ext cx="2170180" cy="2621855"/>
          </a:xfrm>
          <a:custGeom>
            <a:avLst/>
            <a:gdLst>
              <a:gd name="connsiteX0" fmla="*/ 0 w 2170180"/>
              <a:gd name="connsiteY0" fmla="*/ 0 h 2621855"/>
              <a:gd name="connsiteX1" fmla="*/ 2170180 w 2170180"/>
              <a:gd name="connsiteY1" fmla="*/ 0 h 2621855"/>
              <a:gd name="connsiteX2" fmla="*/ 2170180 w 2170180"/>
              <a:gd name="connsiteY2" fmla="*/ 2160276 h 2621855"/>
              <a:gd name="connsiteX3" fmla="*/ 1545890 w 2170180"/>
              <a:gd name="connsiteY3" fmla="*/ 2160276 h 2621855"/>
              <a:gd name="connsiteX4" fmla="*/ 1085090 w 2170180"/>
              <a:gd name="connsiteY4" fmla="*/ 2621855 h 2621855"/>
              <a:gd name="connsiteX5" fmla="*/ 624290 w 2170180"/>
              <a:gd name="connsiteY5" fmla="*/ 2160276 h 2621855"/>
              <a:gd name="connsiteX6" fmla="*/ 0 w 2170180"/>
              <a:gd name="connsiteY6" fmla="*/ 2160276 h 2621855"/>
              <a:gd name="connsiteX7" fmla="*/ 0 w 2170180"/>
              <a:gd name="connsiteY7" fmla="*/ 1540104 h 2621855"/>
              <a:gd name="connsiteX8" fmla="*/ 15952 w 2170180"/>
              <a:gd name="connsiteY8" fmla="*/ 1541715 h 2621855"/>
              <a:gd name="connsiteX9" fmla="*/ 476752 w 2170180"/>
              <a:gd name="connsiteY9" fmla="*/ 1080136 h 2621855"/>
              <a:gd name="connsiteX10" fmla="*/ 15952 w 2170180"/>
              <a:gd name="connsiteY10" fmla="*/ 618557 h 2621855"/>
              <a:gd name="connsiteX11" fmla="*/ 0 w 2170180"/>
              <a:gd name="connsiteY11" fmla="*/ 620168 h 262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70180" h="2621855">
                <a:moveTo>
                  <a:pt x="0" y="0"/>
                </a:moveTo>
                <a:lnTo>
                  <a:pt x="2170180" y="0"/>
                </a:lnTo>
                <a:lnTo>
                  <a:pt x="2170180" y="2160276"/>
                </a:lnTo>
                <a:lnTo>
                  <a:pt x="1545890" y="2160276"/>
                </a:lnTo>
                <a:cubicBezTo>
                  <a:pt x="1545890" y="2415199"/>
                  <a:pt x="1339583" y="2621855"/>
                  <a:pt x="1085090" y="2621855"/>
                </a:cubicBezTo>
                <a:cubicBezTo>
                  <a:pt x="830597" y="2621855"/>
                  <a:pt x="624290" y="2415199"/>
                  <a:pt x="624290" y="2160276"/>
                </a:cubicBezTo>
                <a:lnTo>
                  <a:pt x="0" y="2160276"/>
                </a:lnTo>
                <a:lnTo>
                  <a:pt x="0" y="1540104"/>
                </a:lnTo>
                <a:lnTo>
                  <a:pt x="15952" y="1541715"/>
                </a:lnTo>
                <a:cubicBezTo>
                  <a:pt x="270445" y="1541715"/>
                  <a:pt x="476752" y="1335059"/>
                  <a:pt x="476752" y="1080136"/>
                </a:cubicBezTo>
                <a:cubicBezTo>
                  <a:pt x="476752" y="825213"/>
                  <a:pt x="270445" y="618557"/>
                  <a:pt x="15952" y="618557"/>
                </a:cubicBezTo>
                <a:lnTo>
                  <a:pt x="0" y="620168"/>
                </a:lnTo>
                <a:close/>
              </a:path>
            </a:pathLst>
          </a:cu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2" t="219" r="25973" b="66031"/>
          <a:stretch/>
        </p:blipFill>
        <p:spPr>
          <a:xfrm>
            <a:off x="7115583" y="143769"/>
            <a:ext cx="3075828" cy="2160276"/>
          </a:xfrm>
          <a:custGeom>
            <a:avLst/>
            <a:gdLst>
              <a:gd name="connsiteX0" fmla="*/ 444848 w 3075828"/>
              <a:gd name="connsiteY0" fmla="*/ 0 h 2160276"/>
              <a:gd name="connsiteX1" fmla="*/ 2615028 w 3075828"/>
              <a:gd name="connsiteY1" fmla="*/ 0 h 2160276"/>
              <a:gd name="connsiteX2" fmla="*/ 2615028 w 3075828"/>
              <a:gd name="connsiteY2" fmla="*/ 618558 h 2160276"/>
              <a:gd name="connsiteX3" fmla="*/ 3075828 w 3075828"/>
              <a:gd name="connsiteY3" fmla="*/ 1080137 h 2160276"/>
              <a:gd name="connsiteX4" fmla="*/ 2615028 w 3075828"/>
              <a:gd name="connsiteY4" fmla="*/ 1541716 h 2160276"/>
              <a:gd name="connsiteX5" fmla="*/ 2615028 w 3075828"/>
              <a:gd name="connsiteY5" fmla="*/ 2160276 h 2160276"/>
              <a:gd name="connsiteX6" fmla="*/ 1990738 w 3075828"/>
              <a:gd name="connsiteY6" fmla="*/ 2160276 h 2160276"/>
              <a:gd name="connsiteX7" fmla="*/ 1981376 w 3075828"/>
              <a:gd name="connsiteY7" fmla="*/ 2067253 h 2160276"/>
              <a:gd name="connsiteX8" fmla="*/ 1529938 w 3075828"/>
              <a:gd name="connsiteY8" fmla="*/ 1698698 h 2160276"/>
              <a:gd name="connsiteX9" fmla="*/ 1078500 w 3075828"/>
              <a:gd name="connsiteY9" fmla="*/ 2067253 h 2160276"/>
              <a:gd name="connsiteX10" fmla="*/ 1069138 w 3075828"/>
              <a:gd name="connsiteY10" fmla="*/ 2160276 h 2160276"/>
              <a:gd name="connsiteX11" fmla="*/ 444848 w 3075828"/>
              <a:gd name="connsiteY11" fmla="*/ 2160276 h 2160276"/>
              <a:gd name="connsiteX12" fmla="*/ 444848 w 3075828"/>
              <a:gd name="connsiteY12" fmla="*/ 1540104 h 2160276"/>
              <a:gd name="connsiteX13" fmla="*/ 367933 w 3075828"/>
              <a:gd name="connsiteY13" fmla="*/ 1532337 h 2160276"/>
              <a:gd name="connsiteX14" fmla="*/ 0 w 3075828"/>
              <a:gd name="connsiteY14" fmla="*/ 1080136 h 2160276"/>
              <a:gd name="connsiteX15" fmla="*/ 367933 w 3075828"/>
              <a:gd name="connsiteY15" fmla="*/ 627935 h 2160276"/>
              <a:gd name="connsiteX16" fmla="*/ 444848 w 3075828"/>
              <a:gd name="connsiteY16" fmla="*/ 620168 h 216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75828" h="2160276">
                <a:moveTo>
                  <a:pt x="444848" y="0"/>
                </a:moveTo>
                <a:lnTo>
                  <a:pt x="2615028" y="0"/>
                </a:lnTo>
                <a:lnTo>
                  <a:pt x="2615028" y="618558"/>
                </a:lnTo>
                <a:cubicBezTo>
                  <a:pt x="2869521" y="618558"/>
                  <a:pt x="3075828" y="825214"/>
                  <a:pt x="3075828" y="1080137"/>
                </a:cubicBezTo>
                <a:cubicBezTo>
                  <a:pt x="3075828" y="1335060"/>
                  <a:pt x="2869521" y="1541716"/>
                  <a:pt x="2615028" y="1541716"/>
                </a:cubicBezTo>
                <a:lnTo>
                  <a:pt x="2615028" y="2160276"/>
                </a:lnTo>
                <a:lnTo>
                  <a:pt x="1990738" y="2160276"/>
                </a:lnTo>
                <a:lnTo>
                  <a:pt x="1981376" y="2067253"/>
                </a:lnTo>
                <a:cubicBezTo>
                  <a:pt x="1938408" y="1856919"/>
                  <a:pt x="1752619" y="1698698"/>
                  <a:pt x="1529938" y="1698698"/>
                </a:cubicBezTo>
                <a:cubicBezTo>
                  <a:pt x="1307257" y="1698698"/>
                  <a:pt x="1121468" y="1856919"/>
                  <a:pt x="1078500" y="2067253"/>
                </a:cubicBezTo>
                <a:lnTo>
                  <a:pt x="1069138" y="2160276"/>
                </a:lnTo>
                <a:lnTo>
                  <a:pt x="444848" y="2160276"/>
                </a:lnTo>
                <a:lnTo>
                  <a:pt x="444848" y="1540104"/>
                </a:lnTo>
                <a:lnTo>
                  <a:pt x="367933" y="1532337"/>
                </a:lnTo>
                <a:cubicBezTo>
                  <a:pt x="157954" y="1489297"/>
                  <a:pt x="0" y="1303194"/>
                  <a:pt x="0" y="1080136"/>
                </a:cubicBezTo>
                <a:cubicBezTo>
                  <a:pt x="0" y="857078"/>
                  <a:pt x="157954" y="670975"/>
                  <a:pt x="367933" y="627935"/>
                </a:cubicBezTo>
                <a:lnTo>
                  <a:pt x="444848" y="620168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" t="33124" r="58676" b="33126"/>
          <a:stretch/>
        </p:blipFill>
        <p:spPr>
          <a:xfrm>
            <a:off x="5478084" y="2264036"/>
            <a:ext cx="2630979" cy="2160278"/>
          </a:xfrm>
          <a:custGeom>
            <a:avLst/>
            <a:gdLst>
              <a:gd name="connsiteX0" fmla="*/ 0 w 2630979"/>
              <a:gd name="connsiteY0" fmla="*/ 0 h 2160278"/>
              <a:gd name="connsiteX1" fmla="*/ 625123 w 2630979"/>
              <a:gd name="connsiteY1" fmla="*/ 0 h 2160278"/>
              <a:gd name="connsiteX2" fmla="*/ 624289 w 2630979"/>
              <a:gd name="connsiteY2" fmla="*/ 8291 h 2160278"/>
              <a:gd name="connsiteX3" fmla="*/ 1085089 w 2630979"/>
              <a:gd name="connsiteY3" fmla="*/ 469870 h 2160278"/>
              <a:gd name="connsiteX4" fmla="*/ 1545889 w 2630979"/>
              <a:gd name="connsiteY4" fmla="*/ 8291 h 2160278"/>
              <a:gd name="connsiteX5" fmla="*/ 1545055 w 2630979"/>
              <a:gd name="connsiteY5" fmla="*/ 0 h 2160278"/>
              <a:gd name="connsiteX6" fmla="*/ 2170179 w 2630979"/>
              <a:gd name="connsiteY6" fmla="*/ 0 h 2160278"/>
              <a:gd name="connsiteX7" fmla="*/ 2170179 w 2630979"/>
              <a:gd name="connsiteY7" fmla="*/ 618560 h 2160278"/>
              <a:gd name="connsiteX8" fmla="*/ 2630979 w 2630979"/>
              <a:gd name="connsiteY8" fmla="*/ 1080139 h 2160278"/>
              <a:gd name="connsiteX9" fmla="*/ 2170179 w 2630979"/>
              <a:gd name="connsiteY9" fmla="*/ 1541718 h 2160278"/>
              <a:gd name="connsiteX10" fmla="*/ 2170179 w 2630979"/>
              <a:gd name="connsiteY10" fmla="*/ 2160278 h 2160278"/>
              <a:gd name="connsiteX11" fmla="*/ 1545889 w 2630979"/>
              <a:gd name="connsiteY11" fmla="*/ 2160278 h 2160278"/>
              <a:gd name="connsiteX12" fmla="*/ 1085089 w 2630979"/>
              <a:gd name="connsiteY12" fmla="*/ 1698699 h 2160278"/>
              <a:gd name="connsiteX13" fmla="*/ 624289 w 2630979"/>
              <a:gd name="connsiteY13" fmla="*/ 2160278 h 2160278"/>
              <a:gd name="connsiteX14" fmla="*/ 0 w 2630979"/>
              <a:gd name="connsiteY14" fmla="*/ 2160278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30979" h="2160278">
                <a:moveTo>
                  <a:pt x="0" y="0"/>
                </a:moveTo>
                <a:lnTo>
                  <a:pt x="625123" y="0"/>
                </a:lnTo>
                <a:lnTo>
                  <a:pt x="624289" y="8291"/>
                </a:lnTo>
                <a:cubicBezTo>
                  <a:pt x="624289" y="263214"/>
                  <a:pt x="830596" y="469870"/>
                  <a:pt x="1085089" y="469870"/>
                </a:cubicBezTo>
                <a:cubicBezTo>
                  <a:pt x="1339582" y="469870"/>
                  <a:pt x="1545889" y="263214"/>
                  <a:pt x="1545889" y="8291"/>
                </a:cubicBezTo>
                <a:lnTo>
                  <a:pt x="1545055" y="0"/>
                </a:lnTo>
                <a:lnTo>
                  <a:pt x="2170179" y="0"/>
                </a:lnTo>
                <a:lnTo>
                  <a:pt x="2170179" y="618560"/>
                </a:lnTo>
                <a:cubicBezTo>
                  <a:pt x="2424672" y="618560"/>
                  <a:pt x="2630979" y="825216"/>
                  <a:pt x="2630979" y="1080139"/>
                </a:cubicBezTo>
                <a:cubicBezTo>
                  <a:pt x="2630979" y="1335062"/>
                  <a:pt x="2424672" y="1541718"/>
                  <a:pt x="2170179" y="1541718"/>
                </a:cubicBezTo>
                <a:lnTo>
                  <a:pt x="2170179" y="2160278"/>
                </a:lnTo>
                <a:lnTo>
                  <a:pt x="1545889" y="2160278"/>
                </a:lnTo>
                <a:cubicBezTo>
                  <a:pt x="1545889" y="1905355"/>
                  <a:pt x="1339582" y="1698699"/>
                  <a:pt x="1085089" y="1698699"/>
                </a:cubicBezTo>
                <a:cubicBezTo>
                  <a:pt x="830596" y="1698699"/>
                  <a:pt x="624289" y="1905355"/>
                  <a:pt x="624289" y="2160278"/>
                </a:cubicBezTo>
                <a:lnTo>
                  <a:pt x="0" y="2160278"/>
                </a:lnTo>
                <a:close/>
              </a:path>
            </a:pathLst>
          </a:cu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1" t="66250" r="25535"/>
          <a:stretch/>
        </p:blipFill>
        <p:spPr>
          <a:xfrm>
            <a:off x="7115583" y="4333914"/>
            <a:ext cx="3085684" cy="2167200"/>
          </a:xfrm>
          <a:custGeom>
            <a:avLst/>
            <a:gdLst>
              <a:gd name="connsiteX0" fmla="*/ 444848 w 3075828"/>
              <a:gd name="connsiteY0" fmla="*/ 0 h 2160278"/>
              <a:gd name="connsiteX1" fmla="*/ 1069972 w 3075828"/>
              <a:gd name="connsiteY1" fmla="*/ 0 h 2160278"/>
              <a:gd name="connsiteX2" fmla="*/ 1069138 w 3075828"/>
              <a:gd name="connsiteY2" fmla="*/ 8291 h 2160278"/>
              <a:gd name="connsiteX3" fmla="*/ 1529938 w 3075828"/>
              <a:gd name="connsiteY3" fmla="*/ 469870 h 2160278"/>
              <a:gd name="connsiteX4" fmla="*/ 1990738 w 3075828"/>
              <a:gd name="connsiteY4" fmla="*/ 8291 h 2160278"/>
              <a:gd name="connsiteX5" fmla="*/ 1989904 w 3075828"/>
              <a:gd name="connsiteY5" fmla="*/ 0 h 2160278"/>
              <a:gd name="connsiteX6" fmla="*/ 2615028 w 3075828"/>
              <a:gd name="connsiteY6" fmla="*/ 0 h 2160278"/>
              <a:gd name="connsiteX7" fmla="*/ 2615028 w 3075828"/>
              <a:gd name="connsiteY7" fmla="*/ 618560 h 2160278"/>
              <a:gd name="connsiteX8" fmla="*/ 3075828 w 3075828"/>
              <a:gd name="connsiteY8" fmla="*/ 1080139 h 2160278"/>
              <a:gd name="connsiteX9" fmla="*/ 2615028 w 3075828"/>
              <a:gd name="connsiteY9" fmla="*/ 1541718 h 2160278"/>
              <a:gd name="connsiteX10" fmla="*/ 2615028 w 3075828"/>
              <a:gd name="connsiteY10" fmla="*/ 2160278 h 2160278"/>
              <a:gd name="connsiteX11" fmla="*/ 444848 w 3075828"/>
              <a:gd name="connsiteY11" fmla="*/ 2160278 h 2160278"/>
              <a:gd name="connsiteX12" fmla="*/ 444848 w 3075828"/>
              <a:gd name="connsiteY12" fmla="*/ 1540106 h 2160278"/>
              <a:gd name="connsiteX13" fmla="*/ 367933 w 3075828"/>
              <a:gd name="connsiteY13" fmla="*/ 1532339 h 2160278"/>
              <a:gd name="connsiteX14" fmla="*/ 0 w 3075828"/>
              <a:gd name="connsiteY14" fmla="*/ 1080138 h 2160278"/>
              <a:gd name="connsiteX15" fmla="*/ 367933 w 3075828"/>
              <a:gd name="connsiteY15" fmla="*/ 627937 h 2160278"/>
              <a:gd name="connsiteX16" fmla="*/ 444848 w 3075828"/>
              <a:gd name="connsiteY16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75828" h="2160278">
                <a:moveTo>
                  <a:pt x="444848" y="0"/>
                </a:moveTo>
                <a:lnTo>
                  <a:pt x="1069972" y="0"/>
                </a:lnTo>
                <a:lnTo>
                  <a:pt x="1069138" y="8291"/>
                </a:lnTo>
                <a:cubicBezTo>
                  <a:pt x="1069138" y="263214"/>
                  <a:pt x="1275445" y="469870"/>
                  <a:pt x="1529938" y="469870"/>
                </a:cubicBezTo>
                <a:cubicBezTo>
                  <a:pt x="1784431" y="469870"/>
                  <a:pt x="1990738" y="263214"/>
                  <a:pt x="1990738" y="8291"/>
                </a:cubicBezTo>
                <a:lnTo>
                  <a:pt x="1989904" y="0"/>
                </a:lnTo>
                <a:lnTo>
                  <a:pt x="2615028" y="0"/>
                </a:lnTo>
                <a:lnTo>
                  <a:pt x="2615028" y="618560"/>
                </a:lnTo>
                <a:cubicBezTo>
                  <a:pt x="2869521" y="618560"/>
                  <a:pt x="3075828" y="825216"/>
                  <a:pt x="3075828" y="1080139"/>
                </a:cubicBezTo>
                <a:cubicBezTo>
                  <a:pt x="3075828" y="1335062"/>
                  <a:pt x="2869521" y="1541718"/>
                  <a:pt x="2615028" y="1541718"/>
                </a:cubicBezTo>
                <a:lnTo>
                  <a:pt x="2615028" y="2160278"/>
                </a:ln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45" t="33125" b="33125"/>
          <a:stretch>
            <a:fillRect/>
          </a:stretch>
        </p:blipFill>
        <p:spPr>
          <a:xfrm>
            <a:off x="9238877" y="2264038"/>
            <a:ext cx="2615027" cy="2160278"/>
          </a:xfrm>
          <a:custGeom>
            <a:avLst/>
            <a:gdLst>
              <a:gd name="connsiteX0" fmla="*/ 444848 w 2615027"/>
              <a:gd name="connsiteY0" fmla="*/ 0 h 2160278"/>
              <a:gd name="connsiteX1" fmla="*/ 1069972 w 2615027"/>
              <a:gd name="connsiteY1" fmla="*/ 0 h 2160278"/>
              <a:gd name="connsiteX2" fmla="*/ 1069138 w 2615027"/>
              <a:gd name="connsiteY2" fmla="*/ 8291 h 2160278"/>
              <a:gd name="connsiteX3" fmla="*/ 1529938 w 2615027"/>
              <a:gd name="connsiteY3" fmla="*/ 469870 h 2160278"/>
              <a:gd name="connsiteX4" fmla="*/ 1990738 w 2615027"/>
              <a:gd name="connsiteY4" fmla="*/ 8291 h 2160278"/>
              <a:gd name="connsiteX5" fmla="*/ 1989904 w 2615027"/>
              <a:gd name="connsiteY5" fmla="*/ 0 h 2160278"/>
              <a:gd name="connsiteX6" fmla="*/ 2615027 w 2615027"/>
              <a:gd name="connsiteY6" fmla="*/ 0 h 2160278"/>
              <a:gd name="connsiteX7" fmla="*/ 2615027 w 2615027"/>
              <a:gd name="connsiteY7" fmla="*/ 2160278 h 2160278"/>
              <a:gd name="connsiteX8" fmla="*/ 1990738 w 2615027"/>
              <a:gd name="connsiteY8" fmla="*/ 2160278 h 2160278"/>
              <a:gd name="connsiteX9" fmla="*/ 1529938 w 2615027"/>
              <a:gd name="connsiteY9" fmla="*/ 1698699 h 2160278"/>
              <a:gd name="connsiteX10" fmla="*/ 1069138 w 2615027"/>
              <a:gd name="connsiteY10" fmla="*/ 2160278 h 2160278"/>
              <a:gd name="connsiteX11" fmla="*/ 444848 w 2615027"/>
              <a:gd name="connsiteY11" fmla="*/ 2160278 h 2160278"/>
              <a:gd name="connsiteX12" fmla="*/ 444848 w 2615027"/>
              <a:gd name="connsiteY12" fmla="*/ 1540106 h 2160278"/>
              <a:gd name="connsiteX13" fmla="*/ 367933 w 2615027"/>
              <a:gd name="connsiteY13" fmla="*/ 1532339 h 2160278"/>
              <a:gd name="connsiteX14" fmla="*/ 0 w 2615027"/>
              <a:gd name="connsiteY14" fmla="*/ 1080138 h 2160278"/>
              <a:gd name="connsiteX15" fmla="*/ 367933 w 2615027"/>
              <a:gd name="connsiteY15" fmla="*/ 627937 h 2160278"/>
              <a:gd name="connsiteX16" fmla="*/ 444848 w 2615027"/>
              <a:gd name="connsiteY16" fmla="*/ 620170 h 216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15027" h="2160278">
                <a:moveTo>
                  <a:pt x="444848" y="0"/>
                </a:moveTo>
                <a:lnTo>
                  <a:pt x="1069972" y="0"/>
                </a:lnTo>
                <a:lnTo>
                  <a:pt x="1069138" y="8291"/>
                </a:lnTo>
                <a:cubicBezTo>
                  <a:pt x="1069138" y="263214"/>
                  <a:pt x="1275445" y="469870"/>
                  <a:pt x="1529938" y="469870"/>
                </a:cubicBezTo>
                <a:cubicBezTo>
                  <a:pt x="1784431" y="469870"/>
                  <a:pt x="1990738" y="263214"/>
                  <a:pt x="1990738" y="8291"/>
                </a:cubicBezTo>
                <a:lnTo>
                  <a:pt x="1989904" y="0"/>
                </a:lnTo>
                <a:lnTo>
                  <a:pt x="2615027" y="0"/>
                </a:lnTo>
                <a:lnTo>
                  <a:pt x="2615027" y="2160278"/>
                </a:lnTo>
                <a:lnTo>
                  <a:pt x="1990738" y="2160278"/>
                </a:lnTo>
                <a:cubicBezTo>
                  <a:pt x="1990738" y="1905355"/>
                  <a:pt x="1784431" y="1698699"/>
                  <a:pt x="1529938" y="1698699"/>
                </a:cubicBezTo>
                <a:cubicBezTo>
                  <a:pt x="1275445" y="1698699"/>
                  <a:pt x="1069138" y="1905355"/>
                  <a:pt x="1069138" y="2160278"/>
                </a:cubicBezTo>
                <a:lnTo>
                  <a:pt x="444848" y="2160278"/>
                </a:lnTo>
                <a:lnTo>
                  <a:pt x="444848" y="1540106"/>
                </a:lnTo>
                <a:lnTo>
                  <a:pt x="367933" y="1532339"/>
                </a:lnTo>
                <a:cubicBezTo>
                  <a:pt x="157954" y="1489299"/>
                  <a:pt x="0" y="1303196"/>
                  <a:pt x="0" y="1080138"/>
                </a:cubicBezTo>
                <a:cubicBezTo>
                  <a:pt x="0" y="857080"/>
                  <a:pt x="157954" y="670977"/>
                  <a:pt x="367933" y="627937"/>
                </a:cubicBezTo>
                <a:lnTo>
                  <a:pt x="444848" y="620170"/>
                </a:lnTo>
                <a:close/>
              </a:path>
            </a:pathLst>
          </a:cu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637F57-815B-2D73-02BB-CB4E8A4CCF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5" y="1223907"/>
            <a:ext cx="2170180" cy="262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5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5" y="11430"/>
            <a:ext cx="2170180" cy="262738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89" y="11429"/>
            <a:ext cx="3084582" cy="217018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65" y="11429"/>
            <a:ext cx="2170180" cy="262738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1503"/>
            <a:ext cx="2627381" cy="217322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0" y="1680212"/>
            <a:ext cx="2170180" cy="3087630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949" y="2135890"/>
            <a:ext cx="2627381" cy="217322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5" y="3809245"/>
            <a:ext cx="2170180" cy="2624333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299" y="4266446"/>
            <a:ext cx="3084582" cy="216713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65" y="3809245"/>
            <a:ext cx="2170180" cy="262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86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2159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Dixguel03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Emilio</dc:creator>
  <cp:lastModifiedBy>Daniel  Otalvaro Valencia - Estudiante</cp:lastModifiedBy>
  <cp:revision>137</cp:revision>
  <dcterms:created xsi:type="dcterms:W3CDTF">2020-07-18T00:01:44Z</dcterms:created>
  <dcterms:modified xsi:type="dcterms:W3CDTF">2025-09-18T03:53:13Z</dcterms:modified>
</cp:coreProperties>
</file>